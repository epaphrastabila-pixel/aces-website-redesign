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83"/>
  </p:notesMasterIdLst>
  <p:sldIdLst>
    <p:sldId id="505" r:id="rId2"/>
    <p:sldId id="778" r:id="rId3"/>
    <p:sldId id="510" r:id="rId4"/>
    <p:sldId id="779" r:id="rId5"/>
    <p:sldId id="780" r:id="rId6"/>
    <p:sldId id="781" r:id="rId7"/>
    <p:sldId id="782" r:id="rId8"/>
    <p:sldId id="783" r:id="rId9"/>
    <p:sldId id="784" r:id="rId10"/>
    <p:sldId id="785" r:id="rId11"/>
    <p:sldId id="786" r:id="rId12"/>
    <p:sldId id="787" r:id="rId13"/>
    <p:sldId id="788" r:id="rId14"/>
    <p:sldId id="789" r:id="rId15"/>
    <p:sldId id="790" r:id="rId16"/>
    <p:sldId id="791" r:id="rId17"/>
    <p:sldId id="792" r:id="rId18"/>
    <p:sldId id="793" r:id="rId19"/>
    <p:sldId id="794" r:id="rId20"/>
    <p:sldId id="795" r:id="rId21"/>
    <p:sldId id="796" r:id="rId22"/>
    <p:sldId id="797" r:id="rId23"/>
    <p:sldId id="798" r:id="rId24"/>
    <p:sldId id="799" r:id="rId25"/>
    <p:sldId id="800" r:id="rId26"/>
    <p:sldId id="801" r:id="rId27"/>
    <p:sldId id="802" r:id="rId28"/>
    <p:sldId id="803" r:id="rId29"/>
    <p:sldId id="804" r:id="rId30"/>
    <p:sldId id="805" r:id="rId31"/>
    <p:sldId id="806" r:id="rId32"/>
    <p:sldId id="807" r:id="rId33"/>
    <p:sldId id="808" r:id="rId34"/>
    <p:sldId id="809" r:id="rId35"/>
    <p:sldId id="810" r:id="rId36"/>
    <p:sldId id="811" r:id="rId37"/>
    <p:sldId id="812" r:id="rId38"/>
    <p:sldId id="813" r:id="rId39"/>
    <p:sldId id="814" r:id="rId40"/>
    <p:sldId id="815" r:id="rId41"/>
    <p:sldId id="816" r:id="rId42"/>
    <p:sldId id="817" r:id="rId43"/>
    <p:sldId id="818" r:id="rId44"/>
    <p:sldId id="819" r:id="rId45"/>
    <p:sldId id="820" r:id="rId46"/>
    <p:sldId id="821" r:id="rId47"/>
    <p:sldId id="822" r:id="rId48"/>
    <p:sldId id="823" r:id="rId49"/>
    <p:sldId id="824" r:id="rId50"/>
    <p:sldId id="825" r:id="rId51"/>
    <p:sldId id="826" r:id="rId52"/>
    <p:sldId id="827" r:id="rId53"/>
    <p:sldId id="828" r:id="rId54"/>
    <p:sldId id="829" r:id="rId55"/>
    <p:sldId id="830" r:id="rId56"/>
    <p:sldId id="831" r:id="rId57"/>
    <p:sldId id="832" r:id="rId58"/>
    <p:sldId id="833" r:id="rId59"/>
    <p:sldId id="834" r:id="rId60"/>
    <p:sldId id="835" r:id="rId61"/>
    <p:sldId id="836" r:id="rId62"/>
    <p:sldId id="837" r:id="rId63"/>
    <p:sldId id="838" r:id="rId64"/>
    <p:sldId id="839" r:id="rId65"/>
    <p:sldId id="840" r:id="rId66"/>
    <p:sldId id="841" r:id="rId67"/>
    <p:sldId id="842" r:id="rId68"/>
    <p:sldId id="843" r:id="rId69"/>
    <p:sldId id="844" r:id="rId70"/>
    <p:sldId id="845" r:id="rId71"/>
    <p:sldId id="846" r:id="rId72"/>
    <p:sldId id="847" r:id="rId73"/>
    <p:sldId id="848" r:id="rId74"/>
    <p:sldId id="849" r:id="rId75"/>
    <p:sldId id="850" r:id="rId76"/>
    <p:sldId id="851" r:id="rId77"/>
    <p:sldId id="852" r:id="rId78"/>
    <p:sldId id="853" r:id="rId79"/>
    <p:sldId id="854" r:id="rId80"/>
    <p:sldId id="855" r:id="rId81"/>
    <p:sldId id="856" r:id="rId8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77" autoAdjust="0"/>
    <p:restoredTop sz="92190" autoAdjust="0"/>
  </p:normalViewPr>
  <p:slideViewPr>
    <p:cSldViewPr>
      <p:cViewPr varScale="1">
        <p:scale>
          <a:sx n="89" d="100"/>
          <a:sy n="89" d="100"/>
        </p:scale>
        <p:origin x="533" y="9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9" d="100"/>
          <a:sy n="49" d="100"/>
        </p:scale>
        <p:origin x="-1188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emf"/><Relationship Id="rId1" Type="http://schemas.openxmlformats.org/officeDocument/2006/relationships/image" Target="../media/image15.emf"/><Relationship Id="rId4" Type="http://schemas.openxmlformats.org/officeDocument/2006/relationships/image" Target="../media/image1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emf"/><Relationship Id="rId1" Type="http://schemas.openxmlformats.org/officeDocument/2006/relationships/image" Target="../media/image20.e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4" Type="http://schemas.openxmlformats.org/officeDocument/2006/relationships/image" Target="../media/image32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29.wmf"/><Relationship Id="rId1" Type="http://schemas.openxmlformats.org/officeDocument/2006/relationships/image" Target="../media/image36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4" Type="http://schemas.openxmlformats.org/officeDocument/2006/relationships/image" Target="../media/image45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image" Target="../media/image46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image" Target="../media/image48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e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56.emf"/><Relationship Id="rId1" Type="http://schemas.openxmlformats.org/officeDocument/2006/relationships/image" Target="../media/image55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emf"/><Relationship Id="rId1" Type="http://schemas.openxmlformats.org/officeDocument/2006/relationships/image" Target="../media/image58.emf"/><Relationship Id="rId4" Type="http://schemas.openxmlformats.org/officeDocument/2006/relationships/image" Target="../media/image61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Relationship Id="rId5" Type="http://schemas.openxmlformats.org/officeDocument/2006/relationships/image" Target="../media/image66.emf"/><Relationship Id="rId4" Type="http://schemas.openxmlformats.org/officeDocument/2006/relationships/image" Target="../media/image65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6.emf"/><Relationship Id="rId1" Type="http://schemas.openxmlformats.org/officeDocument/2006/relationships/image" Target="../media/image67.emf"/><Relationship Id="rId5" Type="http://schemas.openxmlformats.org/officeDocument/2006/relationships/image" Target="../media/image69.wmf"/><Relationship Id="rId4" Type="http://schemas.openxmlformats.org/officeDocument/2006/relationships/image" Target="../media/image61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emf"/><Relationship Id="rId2" Type="http://schemas.openxmlformats.org/officeDocument/2006/relationships/image" Target="../media/image71.emf"/><Relationship Id="rId1" Type="http://schemas.openxmlformats.org/officeDocument/2006/relationships/image" Target="../media/image70.wmf"/><Relationship Id="rId5" Type="http://schemas.openxmlformats.org/officeDocument/2006/relationships/image" Target="../media/image74.emf"/><Relationship Id="rId4" Type="http://schemas.openxmlformats.org/officeDocument/2006/relationships/image" Target="../media/image73.e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7.wmf"/><Relationship Id="rId2" Type="http://schemas.openxmlformats.org/officeDocument/2006/relationships/image" Target="../media/image76.wmf"/><Relationship Id="rId1" Type="http://schemas.openxmlformats.org/officeDocument/2006/relationships/image" Target="../media/image75.emf"/><Relationship Id="rId6" Type="http://schemas.openxmlformats.org/officeDocument/2006/relationships/image" Target="../media/image80.emf"/><Relationship Id="rId5" Type="http://schemas.openxmlformats.org/officeDocument/2006/relationships/image" Target="../media/image79.emf"/><Relationship Id="rId4" Type="http://schemas.openxmlformats.org/officeDocument/2006/relationships/image" Target="../media/image78.e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2" Type="http://schemas.openxmlformats.org/officeDocument/2006/relationships/image" Target="../media/image82.wmf"/><Relationship Id="rId1" Type="http://schemas.openxmlformats.org/officeDocument/2006/relationships/image" Target="../media/image81.emf"/><Relationship Id="rId6" Type="http://schemas.openxmlformats.org/officeDocument/2006/relationships/image" Target="../media/image71.emf"/><Relationship Id="rId5" Type="http://schemas.openxmlformats.org/officeDocument/2006/relationships/image" Target="../media/image75.emf"/><Relationship Id="rId4" Type="http://schemas.openxmlformats.org/officeDocument/2006/relationships/image" Target="../media/image84.e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3" Type="http://schemas.openxmlformats.org/officeDocument/2006/relationships/image" Target="../media/image87.emf"/><Relationship Id="rId7" Type="http://schemas.openxmlformats.org/officeDocument/2006/relationships/image" Target="../media/image91.emf"/><Relationship Id="rId2" Type="http://schemas.openxmlformats.org/officeDocument/2006/relationships/image" Target="../media/image86.emf"/><Relationship Id="rId1" Type="http://schemas.openxmlformats.org/officeDocument/2006/relationships/image" Target="../media/image85.wmf"/><Relationship Id="rId6" Type="http://schemas.openxmlformats.org/officeDocument/2006/relationships/image" Target="../media/image90.emf"/><Relationship Id="rId5" Type="http://schemas.openxmlformats.org/officeDocument/2006/relationships/image" Target="../media/image89.emf"/><Relationship Id="rId4" Type="http://schemas.openxmlformats.org/officeDocument/2006/relationships/image" Target="../media/image88.e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image" Target="../media/image92.wmf"/><Relationship Id="rId1" Type="http://schemas.openxmlformats.org/officeDocument/2006/relationships/image" Target="../media/image93.wmf"/><Relationship Id="rId5" Type="http://schemas.openxmlformats.org/officeDocument/2006/relationships/image" Target="../media/image95.wmf"/><Relationship Id="rId4" Type="http://schemas.openxmlformats.org/officeDocument/2006/relationships/image" Target="../media/image94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emf"/><Relationship Id="rId2" Type="http://schemas.openxmlformats.org/officeDocument/2006/relationships/image" Target="../media/image97.wmf"/><Relationship Id="rId1" Type="http://schemas.openxmlformats.org/officeDocument/2006/relationships/image" Target="../media/image96.e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wmf"/><Relationship Id="rId2" Type="http://schemas.openxmlformats.org/officeDocument/2006/relationships/image" Target="../media/image100.emf"/><Relationship Id="rId1" Type="http://schemas.openxmlformats.org/officeDocument/2006/relationships/image" Target="../media/image99.wmf"/><Relationship Id="rId4" Type="http://schemas.openxmlformats.org/officeDocument/2006/relationships/image" Target="../media/image102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emf"/><Relationship Id="rId7" Type="http://schemas.openxmlformats.org/officeDocument/2006/relationships/image" Target="../media/image109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Relationship Id="rId6" Type="http://schemas.openxmlformats.org/officeDocument/2006/relationships/image" Target="../media/image108.wmf"/><Relationship Id="rId5" Type="http://schemas.openxmlformats.org/officeDocument/2006/relationships/image" Target="../media/image107.wmf"/><Relationship Id="rId4" Type="http://schemas.openxmlformats.org/officeDocument/2006/relationships/image" Target="../media/image106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emf"/><Relationship Id="rId7" Type="http://schemas.openxmlformats.org/officeDocument/2006/relationships/image" Target="../media/image109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Relationship Id="rId6" Type="http://schemas.openxmlformats.org/officeDocument/2006/relationships/image" Target="../media/image108.wmf"/><Relationship Id="rId5" Type="http://schemas.openxmlformats.org/officeDocument/2006/relationships/image" Target="../media/image107.wmf"/><Relationship Id="rId4" Type="http://schemas.openxmlformats.org/officeDocument/2006/relationships/image" Target="../media/image106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emf"/><Relationship Id="rId7" Type="http://schemas.openxmlformats.org/officeDocument/2006/relationships/image" Target="../media/image116.wmf"/><Relationship Id="rId2" Type="http://schemas.openxmlformats.org/officeDocument/2006/relationships/image" Target="../media/image111.wmf"/><Relationship Id="rId1" Type="http://schemas.openxmlformats.org/officeDocument/2006/relationships/image" Target="../media/image110.wmf"/><Relationship Id="rId6" Type="http://schemas.openxmlformats.org/officeDocument/2006/relationships/image" Target="../media/image115.wmf"/><Relationship Id="rId5" Type="http://schemas.openxmlformats.org/officeDocument/2006/relationships/image" Target="../media/image114.wmf"/><Relationship Id="rId4" Type="http://schemas.openxmlformats.org/officeDocument/2006/relationships/image" Target="../media/image113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wmf"/><Relationship Id="rId7" Type="http://schemas.openxmlformats.org/officeDocument/2006/relationships/image" Target="../media/image123.wmf"/><Relationship Id="rId2" Type="http://schemas.openxmlformats.org/officeDocument/2006/relationships/image" Target="../media/image118.emf"/><Relationship Id="rId1" Type="http://schemas.openxmlformats.org/officeDocument/2006/relationships/image" Target="../media/image117.emf"/><Relationship Id="rId6" Type="http://schemas.openxmlformats.org/officeDocument/2006/relationships/image" Target="../media/image122.wmf"/><Relationship Id="rId5" Type="http://schemas.openxmlformats.org/officeDocument/2006/relationships/image" Target="../media/image121.wmf"/><Relationship Id="rId4" Type="http://schemas.openxmlformats.org/officeDocument/2006/relationships/image" Target="../media/image120.w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emf"/><Relationship Id="rId1" Type="http://schemas.openxmlformats.org/officeDocument/2006/relationships/image" Target="../media/image124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7" Type="http://schemas.openxmlformats.org/officeDocument/2006/relationships/image" Target="../media/image131.wmf"/><Relationship Id="rId2" Type="http://schemas.openxmlformats.org/officeDocument/2006/relationships/image" Target="../media/image126.emf"/><Relationship Id="rId1" Type="http://schemas.openxmlformats.org/officeDocument/2006/relationships/image" Target="../media/image125.emf"/><Relationship Id="rId6" Type="http://schemas.openxmlformats.org/officeDocument/2006/relationships/image" Target="../media/image130.wmf"/><Relationship Id="rId5" Type="http://schemas.openxmlformats.org/officeDocument/2006/relationships/image" Target="../media/image129.wmf"/><Relationship Id="rId4" Type="http://schemas.openxmlformats.org/officeDocument/2006/relationships/image" Target="../media/image128.wmf"/></Relationships>
</file>

<file path=ppt/drawings/_rels/vmlDrawing3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emf"/><Relationship Id="rId1" Type="http://schemas.openxmlformats.org/officeDocument/2006/relationships/image" Target="../media/image132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wmf"/><Relationship Id="rId2" Type="http://schemas.openxmlformats.org/officeDocument/2006/relationships/image" Target="../media/image134.emf"/><Relationship Id="rId1" Type="http://schemas.openxmlformats.org/officeDocument/2006/relationships/image" Target="../media/image133.emf"/><Relationship Id="rId4" Type="http://schemas.openxmlformats.org/officeDocument/2006/relationships/image" Target="../media/image136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wmf"/><Relationship Id="rId2" Type="http://schemas.openxmlformats.org/officeDocument/2006/relationships/image" Target="../media/image137.wmf"/><Relationship Id="rId1" Type="http://schemas.openxmlformats.org/officeDocument/2006/relationships/image" Target="../media/image136.wmf"/><Relationship Id="rId5" Type="http://schemas.openxmlformats.org/officeDocument/2006/relationships/image" Target="../media/image140.wmf"/><Relationship Id="rId4" Type="http://schemas.openxmlformats.org/officeDocument/2006/relationships/image" Target="../media/image139.wmf"/></Relationships>
</file>

<file path=ppt/drawings/_rels/vmlDrawing4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emf"/><Relationship Id="rId1" Type="http://schemas.openxmlformats.org/officeDocument/2006/relationships/image" Target="../media/image141.wmf"/></Relationships>
</file>

<file path=ppt/drawings/_rels/vmlDrawing4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emf"/><Relationship Id="rId1" Type="http://schemas.openxmlformats.org/officeDocument/2006/relationships/image" Target="../media/image143.e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wmf"/><Relationship Id="rId3" Type="http://schemas.openxmlformats.org/officeDocument/2006/relationships/image" Target="../media/image147.wmf"/><Relationship Id="rId7" Type="http://schemas.openxmlformats.org/officeDocument/2006/relationships/image" Target="../media/image151.wmf"/><Relationship Id="rId2" Type="http://schemas.openxmlformats.org/officeDocument/2006/relationships/image" Target="../media/image146.wmf"/><Relationship Id="rId1" Type="http://schemas.openxmlformats.org/officeDocument/2006/relationships/image" Target="../media/image145.wmf"/><Relationship Id="rId6" Type="http://schemas.openxmlformats.org/officeDocument/2006/relationships/image" Target="../media/image150.wmf"/><Relationship Id="rId5" Type="http://schemas.openxmlformats.org/officeDocument/2006/relationships/image" Target="../media/image149.wmf"/><Relationship Id="rId4" Type="http://schemas.openxmlformats.org/officeDocument/2006/relationships/image" Target="../media/image148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wmf"/><Relationship Id="rId2" Type="http://schemas.openxmlformats.org/officeDocument/2006/relationships/image" Target="../media/image154.wmf"/><Relationship Id="rId1" Type="http://schemas.openxmlformats.org/officeDocument/2006/relationships/image" Target="../media/image153.emf"/><Relationship Id="rId4" Type="http://schemas.openxmlformats.org/officeDocument/2006/relationships/image" Target="../media/image156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emf"/><Relationship Id="rId7" Type="http://schemas.openxmlformats.org/officeDocument/2006/relationships/image" Target="../media/image163.wmf"/><Relationship Id="rId2" Type="http://schemas.openxmlformats.org/officeDocument/2006/relationships/image" Target="../media/image158.emf"/><Relationship Id="rId1" Type="http://schemas.openxmlformats.org/officeDocument/2006/relationships/image" Target="../media/image157.wmf"/><Relationship Id="rId6" Type="http://schemas.openxmlformats.org/officeDocument/2006/relationships/image" Target="../media/image162.wmf"/><Relationship Id="rId5" Type="http://schemas.openxmlformats.org/officeDocument/2006/relationships/image" Target="../media/image161.wmf"/><Relationship Id="rId4" Type="http://schemas.openxmlformats.org/officeDocument/2006/relationships/image" Target="../media/image160.wmf"/></Relationships>
</file>

<file path=ppt/drawings/_rels/vmlDrawing4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wmf"/><Relationship Id="rId3" Type="http://schemas.openxmlformats.org/officeDocument/2006/relationships/image" Target="../media/image166.wmf"/><Relationship Id="rId7" Type="http://schemas.openxmlformats.org/officeDocument/2006/relationships/image" Target="../media/image170.wmf"/><Relationship Id="rId2" Type="http://schemas.openxmlformats.org/officeDocument/2006/relationships/image" Target="../media/image165.wmf"/><Relationship Id="rId1" Type="http://schemas.openxmlformats.org/officeDocument/2006/relationships/image" Target="../media/image164.wmf"/><Relationship Id="rId6" Type="http://schemas.openxmlformats.org/officeDocument/2006/relationships/image" Target="../media/image169.wmf"/><Relationship Id="rId5" Type="http://schemas.openxmlformats.org/officeDocument/2006/relationships/image" Target="../media/image168.wmf"/><Relationship Id="rId4" Type="http://schemas.openxmlformats.org/officeDocument/2006/relationships/image" Target="../media/image167.w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wmf"/><Relationship Id="rId2" Type="http://schemas.openxmlformats.org/officeDocument/2006/relationships/image" Target="../media/image173.wmf"/><Relationship Id="rId1" Type="http://schemas.openxmlformats.org/officeDocument/2006/relationships/image" Target="../media/image172.wmf"/><Relationship Id="rId4" Type="http://schemas.openxmlformats.org/officeDocument/2006/relationships/image" Target="../media/image175.wmf"/></Relationships>
</file>

<file path=ppt/drawings/_rels/vmlDrawing4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wmf"/><Relationship Id="rId13" Type="http://schemas.openxmlformats.org/officeDocument/2006/relationships/image" Target="../media/image188.emf"/><Relationship Id="rId3" Type="http://schemas.openxmlformats.org/officeDocument/2006/relationships/image" Target="../media/image178.emf"/><Relationship Id="rId7" Type="http://schemas.openxmlformats.org/officeDocument/2006/relationships/image" Target="../media/image182.wmf"/><Relationship Id="rId12" Type="http://schemas.openxmlformats.org/officeDocument/2006/relationships/image" Target="../media/image187.wmf"/><Relationship Id="rId2" Type="http://schemas.openxmlformats.org/officeDocument/2006/relationships/image" Target="../media/image177.wmf"/><Relationship Id="rId1" Type="http://schemas.openxmlformats.org/officeDocument/2006/relationships/image" Target="../media/image176.emf"/><Relationship Id="rId6" Type="http://schemas.openxmlformats.org/officeDocument/2006/relationships/image" Target="../media/image181.wmf"/><Relationship Id="rId11" Type="http://schemas.openxmlformats.org/officeDocument/2006/relationships/image" Target="../media/image186.wmf"/><Relationship Id="rId5" Type="http://schemas.openxmlformats.org/officeDocument/2006/relationships/image" Target="../media/image180.wmf"/><Relationship Id="rId10" Type="http://schemas.openxmlformats.org/officeDocument/2006/relationships/image" Target="../media/image185.wmf"/><Relationship Id="rId4" Type="http://schemas.openxmlformats.org/officeDocument/2006/relationships/image" Target="../media/image179.wmf"/><Relationship Id="rId9" Type="http://schemas.openxmlformats.org/officeDocument/2006/relationships/image" Target="../media/image184.wmf"/></Relationships>
</file>

<file path=ppt/drawings/_rels/vmlDrawing5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8.emf"/><Relationship Id="rId1" Type="http://schemas.openxmlformats.org/officeDocument/2006/relationships/image" Target="../media/image189.e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wmf"/><Relationship Id="rId2" Type="http://schemas.openxmlformats.org/officeDocument/2006/relationships/image" Target="../media/image191.wmf"/><Relationship Id="rId1" Type="http://schemas.openxmlformats.org/officeDocument/2006/relationships/image" Target="../media/image190.wmf"/></Relationships>
</file>

<file path=ppt/drawings/_rels/vmlDrawing5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emf"/><Relationship Id="rId13" Type="http://schemas.openxmlformats.org/officeDocument/2006/relationships/image" Target="../media/image205.wmf"/><Relationship Id="rId3" Type="http://schemas.openxmlformats.org/officeDocument/2006/relationships/image" Target="../media/image195.wmf"/><Relationship Id="rId7" Type="http://schemas.openxmlformats.org/officeDocument/2006/relationships/image" Target="../media/image199.wmf"/><Relationship Id="rId12" Type="http://schemas.openxmlformats.org/officeDocument/2006/relationships/image" Target="../media/image204.wmf"/><Relationship Id="rId2" Type="http://schemas.openxmlformats.org/officeDocument/2006/relationships/image" Target="../media/image194.wmf"/><Relationship Id="rId1" Type="http://schemas.openxmlformats.org/officeDocument/2006/relationships/image" Target="../media/image193.wmf"/><Relationship Id="rId6" Type="http://schemas.openxmlformats.org/officeDocument/2006/relationships/image" Target="../media/image198.wmf"/><Relationship Id="rId11" Type="http://schemas.openxmlformats.org/officeDocument/2006/relationships/image" Target="../media/image203.wmf"/><Relationship Id="rId5" Type="http://schemas.openxmlformats.org/officeDocument/2006/relationships/image" Target="../media/image197.wmf"/><Relationship Id="rId10" Type="http://schemas.openxmlformats.org/officeDocument/2006/relationships/image" Target="../media/image202.wmf"/><Relationship Id="rId4" Type="http://schemas.openxmlformats.org/officeDocument/2006/relationships/image" Target="../media/image196.wmf"/><Relationship Id="rId9" Type="http://schemas.openxmlformats.org/officeDocument/2006/relationships/image" Target="../media/image201.w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wmf"/><Relationship Id="rId2" Type="http://schemas.openxmlformats.org/officeDocument/2006/relationships/image" Target="../media/image207.wmf"/><Relationship Id="rId1" Type="http://schemas.openxmlformats.org/officeDocument/2006/relationships/image" Target="../media/image206.wmf"/><Relationship Id="rId4" Type="http://schemas.openxmlformats.org/officeDocument/2006/relationships/image" Target="../media/image209.wmf"/></Relationships>
</file>

<file path=ppt/drawings/_rels/vmlDrawing5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wmf"/><Relationship Id="rId2" Type="http://schemas.openxmlformats.org/officeDocument/2006/relationships/image" Target="../media/image211.wmf"/><Relationship Id="rId1" Type="http://schemas.openxmlformats.org/officeDocument/2006/relationships/image" Target="../media/image210.wmf"/><Relationship Id="rId6" Type="http://schemas.openxmlformats.org/officeDocument/2006/relationships/image" Target="../media/image215.wmf"/><Relationship Id="rId5" Type="http://schemas.openxmlformats.org/officeDocument/2006/relationships/image" Target="../media/image214.wmf"/><Relationship Id="rId4" Type="http://schemas.openxmlformats.org/officeDocument/2006/relationships/image" Target="../media/image213.wmf"/></Relationships>
</file>

<file path=ppt/drawings/_rels/vmlDrawing5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wmf"/><Relationship Id="rId13" Type="http://schemas.openxmlformats.org/officeDocument/2006/relationships/image" Target="../media/image228.wmf"/><Relationship Id="rId3" Type="http://schemas.openxmlformats.org/officeDocument/2006/relationships/image" Target="../media/image218.emf"/><Relationship Id="rId7" Type="http://schemas.openxmlformats.org/officeDocument/2006/relationships/image" Target="../media/image222.wmf"/><Relationship Id="rId12" Type="http://schemas.openxmlformats.org/officeDocument/2006/relationships/image" Target="../media/image227.wmf"/><Relationship Id="rId2" Type="http://schemas.openxmlformats.org/officeDocument/2006/relationships/image" Target="../media/image217.wmf"/><Relationship Id="rId1" Type="http://schemas.openxmlformats.org/officeDocument/2006/relationships/image" Target="../media/image216.wmf"/><Relationship Id="rId6" Type="http://schemas.openxmlformats.org/officeDocument/2006/relationships/image" Target="../media/image221.wmf"/><Relationship Id="rId11" Type="http://schemas.openxmlformats.org/officeDocument/2006/relationships/image" Target="../media/image226.wmf"/><Relationship Id="rId5" Type="http://schemas.openxmlformats.org/officeDocument/2006/relationships/image" Target="../media/image220.wmf"/><Relationship Id="rId10" Type="http://schemas.openxmlformats.org/officeDocument/2006/relationships/image" Target="../media/image225.wmf"/><Relationship Id="rId4" Type="http://schemas.openxmlformats.org/officeDocument/2006/relationships/image" Target="../media/image219.wmf"/><Relationship Id="rId9" Type="http://schemas.openxmlformats.org/officeDocument/2006/relationships/image" Target="../media/image224.wmf"/></Relationships>
</file>

<file path=ppt/drawings/_rels/vmlDrawing5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wmf"/><Relationship Id="rId2" Type="http://schemas.openxmlformats.org/officeDocument/2006/relationships/image" Target="../media/image230.wmf"/><Relationship Id="rId1" Type="http://schemas.openxmlformats.org/officeDocument/2006/relationships/image" Target="../media/image229.wmf"/></Relationships>
</file>

<file path=ppt/drawings/_rels/vmlDrawing5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4.wmf"/><Relationship Id="rId7" Type="http://schemas.openxmlformats.org/officeDocument/2006/relationships/image" Target="../media/image238.emf"/><Relationship Id="rId2" Type="http://schemas.openxmlformats.org/officeDocument/2006/relationships/image" Target="../media/image233.wmf"/><Relationship Id="rId1" Type="http://schemas.openxmlformats.org/officeDocument/2006/relationships/image" Target="../media/image232.wmf"/><Relationship Id="rId6" Type="http://schemas.openxmlformats.org/officeDocument/2006/relationships/image" Target="../media/image237.wmf"/><Relationship Id="rId5" Type="http://schemas.openxmlformats.org/officeDocument/2006/relationships/image" Target="../media/image236.wmf"/><Relationship Id="rId4" Type="http://schemas.openxmlformats.org/officeDocument/2006/relationships/image" Target="../media/image235.wmf"/></Relationships>
</file>

<file path=ppt/drawings/_rels/vmlDrawing5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wmf"/><Relationship Id="rId7" Type="http://schemas.openxmlformats.org/officeDocument/2006/relationships/image" Target="../media/image245.wmf"/><Relationship Id="rId2" Type="http://schemas.openxmlformats.org/officeDocument/2006/relationships/image" Target="../media/image240.wmf"/><Relationship Id="rId1" Type="http://schemas.openxmlformats.org/officeDocument/2006/relationships/image" Target="../media/image239.wmf"/><Relationship Id="rId6" Type="http://schemas.openxmlformats.org/officeDocument/2006/relationships/image" Target="../media/image244.wmf"/><Relationship Id="rId5" Type="http://schemas.openxmlformats.org/officeDocument/2006/relationships/image" Target="../media/image243.wmf"/><Relationship Id="rId4" Type="http://schemas.openxmlformats.org/officeDocument/2006/relationships/image" Target="../media/image242.wmf"/></Relationships>
</file>

<file path=ppt/drawings/_rels/vmlDrawing5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8.wmf"/><Relationship Id="rId2" Type="http://schemas.openxmlformats.org/officeDocument/2006/relationships/image" Target="../media/image247.wmf"/><Relationship Id="rId1" Type="http://schemas.openxmlformats.org/officeDocument/2006/relationships/image" Target="../media/image246.wmf"/><Relationship Id="rId5" Type="http://schemas.openxmlformats.org/officeDocument/2006/relationships/image" Target="../media/image250.wmf"/><Relationship Id="rId4" Type="http://schemas.openxmlformats.org/officeDocument/2006/relationships/image" Target="../media/image249.wmf"/></Relationships>
</file>

<file path=ppt/drawings/_rels/vmlDrawing6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3.wmf"/><Relationship Id="rId2" Type="http://schemas.openxmlformats.org/officeDocument/2006/relationships/image" Target="../media/image252.wmf"/><Relationship Id="rId1" Type="http://schemas.openxmlformats.org/officeDocument/2006/relationships/image" Target="../media/image251.emf"/><Relationship Id="rId6" Type="http://schemas.openxmlformats.org/officeDocument/2006/relationships/image" Target="../media/image256.wmf"/><Relationship Id="rId5" Type="http://schemas.openxmlformats.org/officeDocument/2006/relationships/image" Target="../media/image255.wmf"/><Relationship Id="rId4" Type="http://schemas.openxmlformats.org/officeDocument/2006/relationships/image" Target="../media/image254.wmf"/></Relationships>
</file>

<file path=ppt/drawings/_rels/vmlDrawing6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4.wmf"/><Relationship Id="rId3" Type="http://schemas.openxmlformats.org/officeDocument/2006/relationships/image" Target="../media/image259.wmf"/><Relationship Id="rId7" Type="http://schemas.openxmlformats.org/officeDocument/2006/relationships/image" Target="../media/image263.wmf"/><Relationship Id="rId2" Type="http://schemas.openxmlformats.org/officeDocument/2006/relationships/image" Target="../media/image258.wmf"/><Relationship Id="rId1" Type="http://schemas.openxmlformats.org/officeDocument/2006/relationships/image" Target="../media/image257.wmf"/><Relationship Id="rId6" Type="http://schemas.openxmlformats.org/officeDocument/2006/relationships/image" Target="../media/image262.wmf"/><Relationship Id="rId5" Type="http://schemas.openxmlformats.org/officeDocument/2006/relationships/image" Target="../media/image261.wmf"/><Relationship Id="rId4" Type="http://schemas.openxmlformats.org/officeDocument/2006/relationships/image" Target="../media/image260.emf"/><Relationship Id="rId9" Type="http://schemas.openxmlformats.org/officeDocument/2006/relationships/image" Target="../media/image265.wmf"/></Relationships>
</file>

<file path=ppt/drawings/_rels/vmlDrawing6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emf"/><Relationship Id="rId7" Type="http://schemas.openxmlformats.org/officeDocument/2006/relationships/image" Target="../media/image271.wmf"/><Relationship Id="rId2" Type="http://schemas.openxmlformats.org/officeDocument/2006/relationships/image" Target="../media/image267.wmf"/><Relationship Id="rId1" Type="http://schemas.openxmlformats.org/officeDocument/2006/relationships/image" Target="../media/image266.wmf"/><Relationship Id="rId6" Type="http://schemas.openxmlformats.org/officeDocument/2006/relationships/image" Target="../media/image270.wmf"/><Relationship Id="rId5" Type="http://schemas.openxmlformats.org/officeDocument/2006/relationships/image" Target="../media/image269.wmf"/><Relationship Id="rId4" Type="http://schemas.openxmlformats.org/officeDocument/2006/relationships/image" Target="../media/image268.wmf"/></Relationships>
</file>

<file path=ppt/drawings/_rels/vmlDrawing6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4.wmf"/><Relationship Id="rId2" Type="http://schemas.openxmlformats.org/officeDocument/2006/relationships/image" Target="../media/image273.wmf"/><Relationship Id="rId1" Type="http://schemas.openxmlformats.org/officeDocument/2006/relationships/image" Target="../media/image272.wmf"/><Relationship Id="rId4" Type="http://schemas.openxmlformats.org/officeDocument/2006/relationships/image" Target="../media/image260.emf"/></Relationships>
</file>

<file path=ppt/drawings/_rels/vmlDrawing6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6.wmf"/><Relationship Id="rId1" Type="http://schemas.openxmlformats.org/officeDocument/2006/relationships/image" Target="../media/image275.wmf"/></Relationships>
</file>

<file path=ppt/drawings/_rels/vmlDrawing6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9.wmf"/><Relationship Id="rId2" Type="http://schemas.openxmlformats.org/officeDocument/2006/relationships/image" Target="../media/image278.wmf"/><Relationship Id="rId1" Type="http://schemas.openxmlformats.org/officeDocument/2006/relationships/image" Target="../media/image277.wmf"/><Relationship Id="rId6" Type="http://schemas.openxmlformats.org/officeDocument/2006/relationships/image" Target="../media/image282.wmf"/><Relationship Id="rId5" Type="http://schemas.openxmlformats.org/officeDocument/2006/relationships/image" Target="../media/image281.wmf"/><Relationship Id="rId4" Type="http://schemas.openxmlformats.org/officeDocument/2006/relationships/image" Target="../media/image280.wmf"/></Relationships>
</file>

<file path=ppt/drawings/_rels/vmlDrawing6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wmf"/><Relationship Id="rId13" Type="http://schemas.openxmlformats.org/officeDocument/2006/relationships/image" Target="../media/image295.wmf"/><Relationship Id="rId3" Type="http://schemas.openxmlformats.org/officeDocument/2006/relationships/image" Target="../media/image285.wmf"/><Relationship Id="rId7" Type="http://schemas.openxmlformats.org/officeDocument/2006/relationships/image" Target="../media/image289.wmf"/><Relationship Id="rId12" Type="http://schemas.openxmlformats.org/officeDocument/2006/relationships/image" Target="../media/image294.wmf"/><Relationship Id="rId2" Type="http://schemas.openxmlformats.org/officeDocument/2006/relationships/image" Target="../media/image284.wmf"/><Relationship Id="rId16" Type="http://schemas.openxmlformats.org/officeDocument/2006/relationships/image" Target="../media/image298.wmf"/><Relationship Id="rId1" Type="http://schemas.openxmlformats.org/officeDocument/2006/relationships/image" Target="../media/image283.wmf"/><Relationship Id="rId6" Type="http://schemas.openxmlformats.org/officeDocument/2006/relationships/image" Target="../media/image288.wmf"/><Relationship Id="rId11" Type="http://schemas.openxmlformats.org/officeDocument/2006/relationships/image" Target="../media/image293.wmf"/><Relationship Id="rId5" Type="http://schemas.openxmlformats.org/officeDocument/2006/relationships/image" Target="../media/image287.wmf"/><Relationship Id="rId15" Type="http://schemas.openxmlformats.org/officeDocument/2006/relationships/image" Target="../media/image297.wmf"/><Relationship Id="rId10" Type="http://schemas.openxmlformats.org/officeDocument/2006/relationships/image" Target="../media/image292.wmf"/><Relationship Id="rId4" Type="http://schemas.openxmlformats.org/officeDocument/2006/relationships/image" Target="../media/image286.wmf"/><Relationship Id="rId9" Type="http://schemas.openxmlformats.org/officeDocument/2006/relationships/image" Target="../media/image291.wmf"/><Relationship Id="rId14" Type="http://schemas.openxmlformats.org/officeDocument/2006/relationships/image" Target="../media/image296.wmf"/></Relationships>
</file>

<file path=ppt/drawings/_rels/vmlDrawing6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6.wmf"/><Relationship Id="rId3" Type="http://schemas.openxmlformats.org/officeDocument/2006/relationships/image" Target="../media/image301.wmf"/><Relationship Id="rId7" Type="http://schemas.openxmlformats.org/officeDocument/2006/relationships/image" Target="../media/image305.wmf"/><Relationship Id="rId2" Type="http://schemas.openxmlformats.org/officeDocument/2006/relationships/image" Target="../media/image300.wmf"/><Relationship Id="rId1" Type="http://schemas.openxmlformats.org/officeDocument/2006/relationships/image" Target="../media/image299.wmf"/><Relationship Id="rId6" Type="http://schemas.openxmlformats.org/officeDocument/2006/relationships/image" Target="../media/image304.wmf"/><Relationship Id="rId11" Type="http://schemas.openxmlformats.org/officeDocument/2006/relationships/image" Target="../media/image309.wmf"/><Relationship Id="rId5" Type="http://schemas.openxmlformats.org/officeDocument/2006/relationships/image" Target="../media/image303.wmf"/><Relationship Id="rId10" Type="http://schemas.openxmlformats.org/officeDocument/2006/relationships/image" Target="../media/image308.wmf"/><Relationship Id="rId4" Type="http://schemas.openxmlformats.org/officeDocument/2006/relationships/image" Target="../media/image302.wmf"/><Relationship Id="rId9" Type="http://schemas.openxmlformats.org/officeDocument/2006/relationships/image" Target="../media/image30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71800" cy="457200"/>
          </a:xfrm>
          <a:prstGeom prst="rect">
            <a:avLst/>
          </a:prstGeom>
        </p:spPr>
        <p:txBody>
          <a:bodyPr vert="horz" lIns="91436" tIns="45718" rIns="91436" bIns="4571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5" y="0"/>
            <a:ext cx="2971800" cy="457200"/>
          </a:xfrm>
          <a:prstGeom prst="rect">
            <a:avLst/>
          </a:prstGeom>
        </p:spPr>
        <p:txBody>
          <a:bodyPr vert="horz" lIns="91436" tIns="45718" rIns="91436" bIns="45718" rtlCol="0"/>
          <a:lstStyle>
            <a:lvl1pPr algn="r">
              <a:defRPr sz="1200"/>
            </a:lvl1pPr>
          </a:lstStyle>
          <a:p>
            <a:fld id="{C9075B04-F8B4-4231-9661-55128646DC08}" type="datetimeFigureOut">
              <a:rPr lang="en-US" smtClean="0"/>
              <a:pPr/>
              <a:t>10/12/2016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6" tIns="45718" rIns="91436" bIns="4571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685213"/>
            <a:ext cx="2971800" cy="457200"/>
          </a:xfrm>
          <a:prstGeom prst="rect">
            <a:avLst/>
          </a:prstGeom>
        </p:spPr>
        <p:txBody>
          <a:bodyPr vert="horz" lIns="91436" tIns="45718" rIns="91436" bIns="4571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5" y="8685213"/>
            <a:ext cx="2971800" cy="457200"/>
          </a:xfrm>
          <a:prstGeom prst="rect">
            <a:avLst/>
          </a:prstGeom>
        </p:spPr>
        <p:txBody>
          <a:bodyPr vert="horz" lIns="91436" tIns="45718" rIns="91436" bIns="45718" rtlCol="0" anchor="b"/>
          <a:lstStyle>
            <a:lvl1pPr algn="r">
              <a:defRPr sz="1200"/>
            </a:lvl1pPr>
          </a:lstStyle>
          <a:p>
            <a:fld id="{2C95E41A-7867-4B6C-8DD9-F287DAB25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618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B5DF85-C109-4F99-9C60-2DC78D1A5415}" type="slidenum">
              <a:rPr lang="ko-KR" altLang="en-US" smtClean="0">
                <a:solidFill>
                  <a:prstClr val="black"/>
                </a:solidFill>
                <a:latin typeface="맑은 고딕"/>
              </a:rPr>
              <a:pPr>
                <a:defRPr/>
              </a:pPr>
              <a:t>1</a:t>
            </a:fld>
            <a:endParaRPr lang="ko-KR" altLang="en-US" dirty="0">
              <a:solidFill>
                <a:prstClr val="black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778174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1447801"/>
            <a:ext cx="10363200" cy="1470025"/>
          </a:xfr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200400"/>
            <a:ext cx="8534400" cy="9144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AD3049-ED7B-4139-A9F3-1F5FC29486CF}" type="slidenum">
              <a:rPr lang="ko-KR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7" name="부제목 2"/>
          <p:cNvSpPr txBox="1">
            <a:spLocks/>
          </p:cNvSpPr>
          <p:nvPr userDrawn="1"/>
        </p:nvSpPr>
        <p:spPr bwMode="auto">
          <a:xfrm>
            <a:off x="1930400" y="4648200"/>
            <a:ext cx="85344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sz="3200" kern="0" smtClean="0">
                <a:solidFill>
                  <a:srgbClr val="000000"/>
                </a:solidFill>
              </a:rPr>
              <a:t>Click to edit Master subtitle style</a:t>
            </a:r>
            <a:endParaRPr lang="ko-KR" altLang="en-US" sz="3200" ker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5413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76301" y="152400"/>
            <a:ext cx="8978900" cy="1143000"/>
          </a:xfrm>
        </p:spPr>
        <p:txBody>
          <a:bodyPr/>
          <a:lstStyle>
            <a:lvl1pPr>
              <a:defRPr>
                <a:latin typeface="Garamond" panose="02020404030301010803" pitchFamily="18" charset="0"/>
              </a:defRPr>
            </a:lvl1pPr>
          </a:lstStyle>
          <a:p>
            <a:r>
              <a:rPr lang="en-US" altLang="ko-KR" dirty="0" smtClean="0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4400" y="1403350"/>
            <a:ext cx="10363200" cy="469265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q"/>
              <a:defRPr>
                <a:latin typeface="Garamond" panose="02020404030301010803" pitchFamily="18" charset="0"/>
              </a:defRPr>
            </a:lvl1pPr>
            <a:lvl2pPr marL="742950" indent="-285750">
              <a:buFont typeface="Wingdings" panose="05000000000000000000" pitchFamily="2" charset="2"/>
              <a:buChar char="v"/>
              <a:defRPr>
                <a:latin typeface="Garamond" panose="02020404030301010803" pitchFamily="18" charset="0"/>
              </a:defRPr>
            </a:lvl2pPr>
            <a:lvl3pPr marL="1143000" indent="-228600">
              <a:buFont typeface="Wingdings" panose="05000000000000000000" pitchFamily="2" charset="2"/>
              <a:buChar char="Ø"/>
              <a:defRPr>
                <a:latin typeface="Garamond" panose="02020404030301010803" pitchFamily="18" charset="0"/>
              </a:defRPr>
            </a:lvl3pPr>
            <a:lvl4pPr marL="1600200" indent="-228600">
              <a:buFont typeface="Courier New" panose="02070309020205020404" pitchFamily="49" charset="0"/>
              <a:buChar char="o"/>
              <a:defRPr>
                <a:latin typeface="Garamond" panose="02020404030301010803" pitchFamily="18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>
                <a:latin typeface="Garamond" panose="02020404030301010803" pitchFamily="18" charset="0"/>
              </a:defRPr>
            </a:lvl5pPr>
          </a:lstStyle>
          <a:p>
            <a:pPr lvl="0"/>
            <a:r>
              <a:rPr lang="en-US" altLang="ko-KR" dirty="0" smtClean="0"/>
              <a:t>Click to edit Master text styles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  <a:p>
            <a:pPr lvl="4"/>
            <a:r>
              <a:rPr lang="en-US" altLang="ko-KR" dirty="0" smtClean="0"/>
              <a:t>Fifth level</a:t>
            </a:r>
            <a:endParaRPr lang="ko-KR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latin typeface="한컴돋움" pitchFamily="18" charset="2"/>
                <a:ea typeface="한컴돋움" pitchFamily="18" charset="2"/>
                <a:cs typeface="한컴돋움" pitchFamily="18" charset="2"/>
              </a:defRPr>
            </a:lvl1pPr>
          </a:lstStyle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54033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76301" y="152400"/>
            <a:ext cx="901838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418710"/>
            <a:ext cx="10363200" cy="4677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</a:p>
        </p:txBody>
      </p:sp>
      <p:sp>
        <p:nvSpPr>
          <p:cNvPr id="9523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400">
                <a:latin typeface="+mn-lt"/>
                <a:ea typeface="+mn-ea"/>
              </a:defRPr>
            </a:lvl1pPr>
          </a:lstStyle>
          <a:p>
            <a:pPr latinLnBrk="1">
              <a:defRPr/>
            </a:pPr>
            <a:fld id="{EDB87C7E-3D7E-436C-9FCA-C1D813413FB6}" type="slidenum">
              <a:rPr lang="ko-KR" altLang="en-US">
                <a:solidFill>
                  <a:srgbClr val="000000"/>
                </a:solidFill>
              </a:rPr>
              <a:pPr latinLnBrk="1">
                <a:defRPr/>
              </a:pPr>
              <a:t>‹#›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95240" name="Line 8"/>
          <p:cNvSpPr>
            <a:spLocks noChangeShapeType="1"/>
          </p:cNvSpPr>
          <p:nvPr/>
        </p:nvSpPr>
        <p:spPr bwMode="auto">
          <a:xfrm>
            <a:off x="774700" y="1357313"/>
            <a:ext cx="10560051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/>
          </a:ln>
          <a:effectLst/>
        </p:spPr>
        <p:txBody>
          <a:bodyPr/>
          <a:lstStyle/>
          <a:p>
            <a:pPr latinLnBrk="1">
              <a:defRPr/>
            </a:pPr>
            <a:endParaRPr lang="ko-KR" altLang="en-US" sz="1800" dirty="0">
              <a:solidFill>
                <a:srgbClr val="000000"/>
              </a:solidFill>
            </a:endParaRPr>
          </a:p>
        </p:txBody>
      </p:sp>
      <p:sp>
        <p:nvSpPr>
          <p:cNvPr id="95241" name="Line 9"/>
          <p:cNvSpPr>
            <a:spLocks noChangeShapeType="1"/>
          </p:cNvSpPr>
          <p:nvPr/>
        </p:nvSpPr>
        <p:spPr bwMode="auto">
          <a:xfrm>
            <a:off x="878418" y="6143625"/>
            <a:ext cx="10456333" cy="0"/>
          </a:xfrm>
          <a:prstGeom prst="line">
            <a:avLst/>
          </a:prstGeom>
          <a:noFill/>
          <a:ln w="57150">
            <a:solidFill>
              <a:srgbClr val="0099FF"/>
            </a:solidFill>
            <a:round/>
            <a:headEnd/>
            <a:tailEnd/>
          </a:ln>
          <a:effectLst/>
        </p:spPr>
        <p:txBody>
          <a:bodyPr/>
          <a:lstStyle/>
          <a:p>
            <a:pPr latinLnBrk="1">
              <a:defRPr/>
            </a:pPr>
            <a:endParaRPr lang="ko-KR" altLang="en-US" sz="1800" dirty="0">
              <a:solidFill>
                <a:srgbClr val="000000"/>
              </a:solidFill>
            </a:endParaRPr>
          </a:p>
        </p:txBody>
      </p:sp>
      <p:pic>
        <p:nvPicPr>
          <p:cNvPr id="8202" name="Picture 10" descr="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47751" y="6286501"/>
            <a:ext cx="209550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9"/>
          <p:cNvGrpSpPr/>
          <p:nvPr userDrawn="1"/>
        </p:nvGrpSpPr>
        <p:grpSpPr>
          <a:xfrm>
            <a:off x="9894688" y="398980"/>
            <a:ext cx="2195712" cy="654095"/>
            <a:chOff x="7308304" y="11088"/>
            <a:chExt cx="1835696" cy="842466"/>
          </a:xfrm>
        </p:grpSpPr>
        <p:pic>
          <p:nvPicPr>
            <p:cNvPr id="11" name="Picture 10" descr="index.jp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08304" y="11088"/>
              <a:ext cx="685800" cy="76200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7956376" y="140012"/>
              <a:ext cx="1187624" cy="713542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sz="1000" b="1" kern="0" dirty="0" smtClean="0">
                  <a:solidFill>
                    <a:srgbClr val="000000"/>
                  </a:solidFill>
                  <a:latin typeface="Americana XBd BT" pitchFamily="18" charset="0"/>
                </a:rPr>
                <a:t>KNUST</a:t>
              </a:r>
            </a:p>
            <a:p>
              <a:pPr>
                <a:defRPr/>
              </a:pPr>
              <a:r>
                <a:rPr lang="en-US" sz="1000" b="1" kern="0" dirty="0" smtClean="0">
                  <a:solidFill>
                    <a:srgbClr val="000000"/>
                  </a:solidFill>
                  <a:latin typeface="Americana XBd BT" pitchFamily="18" charset="0"/>
                </a:rPr>
                <a:t>Telecomm.</a:t>
              </a:r>
            </a:p>
            <a:p>
              <a:pPr>
                <a:defRPr/>
              </a:pPr>
              <a:r>
                <a:rPr lang="en-US" sz="1000" b="1" kern="0" dirty="0" smtClean="0">
                  <a:solidFill>
                    <a:srgbClr val="000000"/>
                  </a:solidFill>
                  <a:latin typeface="Americana XBd BT" pitchFamily="18" charset="0"/>
                </a:rPr>
                <a:t>Engineering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272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dt="0"/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1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3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6.emf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18.wmf"/><Relationship Id="rId4" Type="http://schemas.openxmlformats.org/officeDocument/2006/relationships/image" Target="../media/image15.emf"/><Relationship Id="rId9" Type="http://schemas.openxmlformats.org/officeDocument/2006/relationships/oleObject" Target="../embeddings/oleObject15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9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0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2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3.e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25.wmf"/><Relationship Id="rId4" Type="http://schemas.openxmlformats.org/officeDocument/2006/relationships/image" Target="../media/image20.emf"/><Relationship Id="rId9" Type="http://schemas.openxmlformats.org/officeDocument/2006/relationships/oleObject" Target="../embeddings/oleObject23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7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3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30.bin"/><Relationship Id="rId5" Type="http://schemas.openxmlformats.org/officeDocument/2006/relationships/oleObject" Target="../embeddings/oleObject27.bin"/><Relationship Id="rId10" Type="http://schemas.openxmlformats.org/officeDocument/2006/relationships/image" Target="../media/image31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29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3" Type="http://schemas.openxmlformats.org/officeDocument/2006/relationships/oleObject" Target="../embeddings/oleObject31.bin"/><Relationship Id="rId7" Type="http://schemas.openxmlformats.org/officeDocument/2006/relationships/image" Target="../media/image3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32.wmf"/><Relationship Id="rId5" Type="http://schemas.openxmlformats.org/officeDocument/2006/relationships/image" Target="../media/image35.emf"/><Relationship Id="rId10" Type="http://schemas.openxmlformats.org/officeDocument/2006/relationships/oleObject" Target="../embeddings/oleObject34.bin"/><Relationship Id="rId4" Type="http://schemas.openxmlformats.org/officeDocument/2006/relationships/image" Target="../media/image33.wmf"/><Relationship Id="rId9" Type="http://schemas.openxmlformats.org/officeDocument/2006/relationships/image" Target="../media/image31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3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39.bin"/><Relationship Id="rId5" Type="http://schemas.openxmlformats.org/officeDocument/2006/relationships/oleObject" Target="../embeddings/oleObject36.bin"/><Relationship Id="rId10" Type="http://schemas.openxmlformats.org/officeDocument/2006/relationships/image" Target="../media/image38.wmf"/><Relationship Id="rId4" Type="http://schemas.openxmlformats.org/officeDocument/2006/relationships/image" Target="../media/image36.wmf"/><Relationship Id="rId9" Type="http://schemas.openxmlformats.org/officeDocument/2006/relationships/oleObject" Target="../embeddings/oleObject38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40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43.bin"/><Relationship Id="rId10" Type="http://schemas.openxmlformats.org/officeDocument/2006/relationships/image" Target="../media/image45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45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47.e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46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49.e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48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50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53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54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3" Type="http://schemas.openxmlformats.org/officeDocument/2006/relationships/oleObject" Target="../embeddings/oleObject55.bin"/><Relationship Id="rId7" Type="http://schemas.openxmlformats.org/officeDocument/2006/relationships/package" Target="../embeddings/Microsoft_Word_Document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56.emf"/><Relationship Id="rId5" Type="http://schemas.openxmlformats.org/officeDocument/2006/relationships/package" Target="../embeddings/Microsoft_Word_Document1.docx"/><Relationship Id="rId4" Type="http://schemas.openxmlformats.org/officeDocument/2006/relationships/image" Target="../media/image55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59.emf"/><Relationship Id="rId5" Type="http://schemas.openxmlformats.org/officeDocument/2006/relationships/oleObject" Target="../embeddings/oleObject57.bin"/><Relationship Id="rId10" Type="http://schemas.openxmlformats.org/officeDocument/2006/relationships/image" Target="../media/image61.wmf"/><Relationship Id="rId4" Type="http://schemas.openxmlformats.org/officeDocument/2006/relationships/image" Target="../media/image58.emf"/><Relationship Id="rId9" Type="http://schemas.openxmlformats.org/officeDocument/2006/relationships/oleObject" Target="../embeddings/oleObject59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12" Type="http://schemas.openxmlformats.org/officeDocument/2006/relationships/image" Target="../media/image6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63.wmf"/><Relationship Id="rId11" Type="http://schemas.openxmlformats.org/officeDocument/2006/relationships/oleObject" Target="../embeddings/oleObject64.bin"/><Relationship Id="rId5" Type="http://schemas.openxmlformats.org/officeDocument/2006/relationships/oleObject" Target="../embeddings/oleObject61.bin"/><Relationship Id="rId10" Type="http://schemas.openxmlformats.org/officeDocument/2006/relationships/image" Target="../media/image65.wmf"/><Relationship Id="rId4" Type="http://schemas.openxmlformats.org/officeDocument/2006/relationships/image" Target="../media/image62.wmf"/><Relationship Id="rId9" Type="http://schemas.openxmlformats.org/officeDocument/2006/relationships/oleObject" Target="../embeddings/oleObject63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12" Type="http://schemas.openxmlformats.org/officeDocument/2006/relationships/image" Target="../media/image6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66.emf"/><Relationship Id="rId11" Type="http://schemas.openxmlformats.org/officeDocument/2006/relationships/oleObject" Target="../embeddings/oleObject69.bin"/><Relationship Id="rId5" Type="http://schemas.openxmlformats.org/officeDocument/2006/relationships/oleObject" Target="../embeddings/oleObject66.bin"/><Relationship Id="rId10" Type="http://schemas.openxmlformats.org/officeDocument/2006/relationships/image" Target="../media/image61.wmf"/><Relationship Id="rId4" Type="http://schemas.openxmlformats.org/officeDocument/2006/relationships/image" Target="../media/image67.emf"/><Relationship Id="rId9" Type="http://schemas.openxmlformats.org/officeDocument/2006/relationships/oleObject" Target="../embeddings/oleObject68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emf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2.bin"/><Relationship Id="rId12" Type="http://schemas.openxmlformats.org/officeDocument/2006/relationships/image" Target="../media/image7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71.emf"/><Relationship Id="rId11" Type="http://schemas.openxmlformats.org/officeDocument/2006/relationships/oleObject" Target="../embeddings/oleObject74.bin"/><Relationship Id="rId5" Type="http://schemas.openxmlformats.org/officeDocument/2006/relationships/oleObject" Target="../embeddings/oleObject71.bin"/><Relationship Id="rId10" Type="http://schemas.openxmlformats.org/officeDocument/2006/relationships/image" Target="../media/image73.emf"/><Relationship Id="rId4" Type="http://schemas.openxmlformats.org/officeDocument/2006/relationships/image" Target="../media/image70.wmf"/><Relationship Id="rId9" Type="http://schemas.openxmlformats.org/officeDocument/2006/relationships/oleObject" Target="../embeddings/oleObject73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13" Type="http://schemas.openxmlformats.org/officeDocument/2006/relationships/oleObject" Target="../embeddings/oleObject80.bin"/><Relationship Id="rId3" Type="http://schemas.openxmlformats.org/officeDocument/2006/relationships/oleObject" Target="../embeddings/oleObject75.bin"/><Relationship Id="rId7" Type="http://schemas.openxmlformats.org/officeDocument/2006/relationships/oleObject" Target="../embeddings/oleObject77.bin"/><Relationship Id="rId12" Type="http://schemas.openxmlformats.org/officeDocument/2006/relationships/image" Target="../media/image7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76.wmf"/><Relationship Id="rId11" Type="http://schemas.openxmlformats.org/officeDocument/2006/relationships/oleObject" Target="../embeddings/oleObject79.bin"/><Relationship Id="rId5" Type="http://schemas.openxmlformats.org/officeDocument/2006/relationships/oleObject" Target="../embeddings/oleObject76.bin"/><Relationship Id="rId10" Type="http://schemas.openxmlformats.org/officeDocument/2006/relationships/image" Target="../media/image78.emf"/><Relationship Id="rId4" Type="http://schemas.openxmlformats.org/officeDocument/2006/relationships/image" Target="../media/image75.emf"/><Relationship Id="rId9" Type="http://schemas.openxmlformats.org/officeDocument/2006/relationships/oleObject" Target="../embeddings/oleObject78.bin"/><Relationship Id="rId14" Type="http://schemas.openxmlformats.org/officeDocument/2006/relationships/image" Target="../media/image80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emf"/><Relationship Id="rId13" Type="http://schemas.openxmlformats.org/officeDocument/2006/relationships/oleObject" Target="../embeddings/oleObject86.bin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3.bin"/><Relationship Id="rId12" Type="http://schemas.openxmlformats.org/officeDocument/2006/relationships/image" Target="../media/image7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82.wmf"/><Relationship Id="rId11" Type="http://schemas.openxmlformats.org/officeDocument/2006/relationships/oleObject" Target="../embeddings/oleObject85.bin"/><Relationship Id="rId5" Type="http://schemas.openxmlformats.org/officeDocument/2006/relationships/oleObject" Target="../embeddings/oleObject82.bin"/><Relationship Id="rId10" Type="http://schemas.openxmlformats.org/officeDocument/2006/relationships/image" Target="../media/image84.emf"/><Relationship Id="rId4" Type="http://schemas.openxmlformats.org/officeDocument/2006/relationships/image" Target="../media/image81.emf"/><Relationship Id="rId9" Type="http://schemas.openxmlformats.org/officeDocument/2006/relationships/oleObject" Target="../embeddings/oleObject84.bin"/><Relationship Id="rId14" Type="http://schemas.openxmlformats.org/officeDocument/2006/relationships/image" Target="../media/image71.e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emf"/><Relationship Id="rId13" Type="http://schemas.openxmlformats.org/officeDocument/2006/relationships/oleObject" Target="../embeddings/oleObject92.bin"/><Relationship Id="rId18" Type="http://schemas.openxmlformats.org/officeDocument/2006/relationships/image" Target="../media/image92.wmf"/><Relationship Id="rId3" Type="http://schemas.openxmlformats.org/officeDocument/2006/relationships/oleObject" Target="../embeddings/oleObject87.bin"/><Relationship Id="rId7" Type="http://schemas.openxmlformats.org/officeDocument/2006/relationships/oleObject" Target="../embeddings/oleObject89.bin"/><Relationship Id="rId12" Type="http://schemas.openxmlformats.org/officeDocument/2006/relationships/image" Target="../media/image89.emf"/><Relationship Id="rId17" Type="http://schemas.openxmlformats.org/officeDocument/2006/relationships/oleObject" Target="../embeddings/oleObject9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1.e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86.emf"/><Relationship Id="rId11" Type="http://schemas.openxmlformats.org/officeDocument/2006/relationships/oleObject" Target="../embeddings/oleObject91.bin"/><Relationship Id="rId5" Type="http://schemas.openxmlformats.org/officeDocument/2006/relationships/oleObject" Target="../embeddings/oleObject88.bin"/><Relationship Id="rId15" Type="http://schemas.openxmlformats.org/officeDocument/2006/relationships/oleObject" Target="../embeddings/oleObject93.bin"/><Relationship Id="rId10" Type="http://schemas.openxmlformats.org/officeDocument/2006/relationships/image" Target="../media/image88.emf"/><Relationship Id="rId4" Type="http://schemas.openxmlformats.org/officeDocument/2006/relationships/image" Target="../media/image85.wmf"/><Relationship Id="rId9" Type="http://schemas.openxmlformats.org/officeDocument/2006/relationships/oleObject" Target="../embeddings/oleObject90.bin"/><Relationship Id="rId14" Type="http://schemas.openxmlformats.org/officeDocument/2006/relationships/image" Target="../media/image90.e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emf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9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92.wmf"/><Relationship Id="rId11" Type="http://schemas.openxmlformats.org/officeDocument/2006/relationships/oleObject" Target="../embeddings/oleObject99.bin"/><Relationship Id="rId5" Type="http://schemas.openxmlformats.org/officeDocument/2006/relationships/oleObject" Target="../embeddings/oleObject96.bin"/><Relationship Id="rId10" Type="http://schemas.openxmlformats.org/officeDocument/2006/relationships/image" Target="../media/image94.wmf"/><Relationship Id="rId4" Type="http://schemas.openxmlformats.org/officeDocument/2006/relationships/image" Target="../media/image93.wmf"/><Relationship Id="rId9" Type="http://schemas.openxmlformats.org/officeDocument/2006/relationships/oleObject" Target="../embeddings/oleObject98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emf"/><Relationship Id="rId3" Type="http://schemas.openxmlformats.org/officeDocument/2006/relationships/oleObject" Target="../embeddings/oleObject100.bin"/><Relationship Id="rId7" Type="http://schemas.openxmlformats.org/officeDocument/2006/relationships/oleObject" Target="../embeddings/oleObject10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97.wmf"/><Relationship Id="rId5" Type="http://schemas.openxmlformats.org/officeDocument/2006/relationships/oleObject" Target="../embeddings/oleObject101.bin"/><Relationship Id="rId4" Type="http://schemas.openxmlformats.org/officeDocument/2006/relationships/image" Target="../media/image96.e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3" Type="http://schemas.openxmlformats.org/officeDocument/2006/relationships/oleObject" Target="../embeddings/oleObject103.bin"/><Relationship Id="rId7" Type="http://schemas.openxmlformats.org/officeDocument/2006/relationships/oleObject" Target="../embeddings/oleObject10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00.emf"/><Relationship Id="rId5" Type="http://schemas.openxmlformats.org/officeDocument/2006/relationships/oleObject" Target="../embeddings/oleObject104.bin"/><Relationship Id="rId10" Type="http://schemas.openxmlformats.org/officeDocument/2006/relationships/image" Target="../media/image102.wmf"/><Relationship Id="rId4" Type="http://schemas.openxmlformats.org/officeDocument/2006/relationships/image" Target="../media/image99.wmf"/><Relationship Id="rId9" Type="http://schemas.openxmlformats.org/officeDocument/2006/relationships/oleObject" Target="../embeddings/oleObject106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emf"/><Relationship Id="rId13" Type="http://schemas.openxmlformats.org/officeDocument/2006/relationships/oleObject" Target="../embeddings/oleObject112.bin"/><Relationship Id="rId3" Type="http://schemas.openxmlformats.org/officeDocument/2006/relationships/oleObject" Target="../embeddings/oleObject107.bin"/><Relationship Id="rId7" Type="http://schemas.openxmlformats.org/officeDocument/2006/relationships/oleObject" Target="../embeddings/oleObject109.bin"/><Relationship Id="rId12" Type="http://schemas.openxmlformats.org/officeDocument/2006/relationships/image" Target="../media/image107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9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04.wmf"/><Relationship Id="rId11" Type="http://schemas.openxmlformats.org/officeDocument/2006/relationships/oleObject" Target="../embeddings/oleObject111.bin"/><Relationship Id="rId5" Type="http://schemas.openxmlformats.org/officeDocument/2006/relationships/oleObject" Target="../embeddings/oleObject108.bin"/><Relationship Id="rId15" Type="http://schemas.openxmlformats.org/officeDocument/2006/relationships/oleObject" Target="../embeddings/oleObject113.bin"/><Relationship Id="rId10" Type="http://schemas.openxmlformats.org/officeDocument/2006/relationships/image" Target="../media/image106.wmf"/><Relationship Id="rId4" Type="http://schemas.openxmlformats.org/officeDocument/2006/relationships/image" Target="../media/image103.wmf"/><Relationship Id="rId9" Type="http://schemas.openxmlformats.org/officeDocument/2006/relationships/oleObject" Target="../embeddings/oleObject110.bin"/><Relationship Id="rId14" Type="http://schemas.openxmlformats.org/officeDocument/2006/relationships/image" Target="../media/image108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emf"/><Relationship Id="rId13" Type="http://schemas.openxmlformats.org/officeDocument/2006/relationships/oleObject" Target="../embeddings/oleObject119.bin"/><Relationship Id="rId3" Type="http://schemas.openxmlformats.org/officeDocument/2006/relationships/oleObject" Target="../embeddings/oleObject114.bin"/><Relationship Id="rId7" Type="http://schemas.openxmlformats.org/officeDocument/2006/relationships/oleObject" Target="../embeddings/oleObject116.bin"/><Relationship Id="rId12" Type="http://schemas.openxmlformats.org/officeDocument/2006/relationships/image" Target="../media/image107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9.w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04.wmf"/><Relationship Id="rId11" Type="http://schemas.openxmlformats.org/officeDocument/2006/relationships/oleObject" Target="../embeddings/oleObject118.bin"/><Relationship Id="rId5" Type="http://schemas.openxmlformats.org/officeDocument/2006/relationships/oleObject" Target="../embeddings/oleObject115.bin"/><Relationship Id="rId15" Type="http://schemas.openxmlformats.org/officeDocument/2006/relationships/oleObject" Target="../embeddings/oleObject120.bin"/><Relationship Id="rId10" Type="http://schemas.openxmlformats.org/officeDocument/2006/relationships/image" Target="../media/image106.wmf"/><Relationship Id="rId4" Type="http://schemas.openxmlformats.org/officeDocument/2006/relationships/image" Target="../media/image103.wmf"/><Relationship Id="rId9" Type="http://schemas.openxmlformats.org/officeDocument/2006/relationships/oleObject" Target="../embeddings/oleObject117.bin"/><Relationship Id="rId14" Type="http://schemas.openxmlformats.org/officeDocument/2006/relationships/image" Target="../media/image108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emf"/><Relationship Id="rId13" Type="http://schemas.openxmlformats.org/officeDocument/2006/relationships/oleObject" Target="../embeddings/oleObject126.bin"/><Relationship Id="rId3" Type="http://schemas.openxmlformats.org/officeDocument/2006/relationships/oleObject" Target="../embeddings/oleObject121.bin"/><Relationship Id="rId7" Type="http://schemas.openxmlformats.org/officeDocument/2006/relationships/oleObject" Target="../embeddings/oleObject123.bin"/><Relationship Id="rId12" Type="http://schemas.openxmlformats.org/officeDocument/2006/relationships/image" Target="../media/image114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6.w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11.wmf"/><Relationship Id="rId11" Type="http://schemas.openxmlformats.org/officeDocument/2006/relationships/oleObject" Target="../embeddings/oleObject125.bin"/><Relationship Id="rId5" Type="http://schemas.openxmlformats.org/officeDocument/2006/relationships/oleObject" Target="../embeddings/oleObject122.bin"/><Relationship Id="rId15" Type="http://schemas.openxmlformats.org/officeDocument/2006/relationships/oleObject" Target="../embeddings/oleObject127.bin"/><Relationship Id="rId10" Type="http://schemas.openxmlformats.org/officeDocument/2006/relationships/image" Target="../media/image113.wmf"/><Relationship Id="rId4" Type="http://schemas.openxmlformats.org/officeDocument/2006/relationships/image" Target="../media/image110.wmf"/><Relationship Id="rId9" Type="http://schemas.openxmlformats.org/officeDocument/2006/relationships/oleObject" Target="../embeddings/oleObject124.bin"/><Relationship Id="rId14" Type="http://schemas.openxmlformats.org/officeDocument/2006/relationships/image" Target="../media/image115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wmf"/><Relationship Id="rId13" Type="http://schemas.openxmlformats.org/officeDocument/2006/relationships/oleObject" Target="../embeddings/oleObject133.bin"/><Relationship Id="rId3" Type="http://schemas.openxmlformats.org/officeDocument/2006/relationships/oleObject" Target="../embeddings/oleObject128.bin"/><Relationship Id="rId7" Type="http://schemas.openxmlformats.org/officeDocument/2006/relationships/oleObject" Target="../embeddings/oleObject130.bin"/><Relationship Id="rId12" Type="http://schemas.openxmlformats.org/officeDocument/2006/relationships/image" Target="../media/image121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3.wmf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18.emf"/><Relationship Id="rId11" Type="http://schemas.openxmlformats.org/officeDocument/2006/relationships/oleObject" Target="../embeddings/oleObject132.bin"/><Relationship Id="rId5" Type="http://schemas.openxmlformats.org/officeDocument/2006/relationships/oleObject" Target="../embeddings/oleObject129.bin"/><Relationship Id="rId15" Type="http://schemas.openxmlformats.org/officeDocument/2006/relationships/oleObject" Target="../embeddings/oleObject134.bin"/><Relationship Id="rId10" Type="http://schemas.openxmlformats.org/officeDocument/2006/relationships/image" Target="../media/image120.wmf"/><Relationship Id="rId4" Type="http://schemas.openxmlformats.org/officeDocument/2006/relationships/image" Target="../media/image117.emf"/><Relationship Id="rId9" Type="http://schemas.openxmlformats.org/officeDocument/2006/relationships/oleObject" Target="../embeddings/oleObject131.bin"/><Relationship Id="rId14" Type="http://schemas.openxmlformats.org/officeDocument/2006/relationships/image" Target="../media/image122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18.emf"/><Relationship Id="rId5" Type="http://schemas.openxmlformats.org/officeDocument/2006/relationships/oleObject" Target="../embeddings/oleObject136.bin"/><Relationship Id="rId4" Type="http://schemas.openxmlformats.org/officeDocument/2006/relationships/image" Target="../media/image124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13" Type="http://schemas.openxmlformats.org/officeDocument/2006/relationships/oleObject" Target="../embeddings/oleObject142.bin"/><Relationship Id="rId3" Type="http://schemas.openxmlformats.org/officeDocument/2006/relationships/oleObject" Target="../embeddings/oleObject137.bin"/><Relationship Id="rId7" Type="http://schemas.openxmlformats.org/officeDocument/2006/relationships/oleObject" Target="../embeddings/oleObject139.bin"/><Relationship Id="rId12" Type="http://schemas.openxmlformats.org/officeDocument/2006/relationships/image" Target="../media/image129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1.wmf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26.emf"/><Relationship Id="rId11" Type="http://schemas.openxmlformats.org/officeDocument/2006/relationships/oleObject" Target="../embeddings/oleObject141.bin"/><Relationship Id="rId5" Type="http://schemas.openxmlformats.org/officeDocument/2006/relationships/oleObject" Target="../embeddings/oleObject138.bin"/><Relationship Id="rId15" Type="http://schemas.openxmlformats.org/officeDocument/2006/relationships/oleObject" Target="../embeddings/oleObject143.bin"/><Relationship Id="rId10" Type="http://schemas.openxmlformats.org/officeDocument/2006/relationships/image" Target="../media/image128.wmf"/><Relationship Id="rId4" Type="http://schemas.openxmlformats.org/officeDocument/2006/relationships/image" Target="../media/image125.emf"/><Relationship Id="rId9" Type="http://schemas.openxmlformats.org/officeDocument/2006/relationships/oleObject" Target="../embeddings/oleObject140.bin"/><Relationship Id="rId14" Type="http://schemas.openxmlformats.org/officeDocument/2006/relationships/image" Target="../media/image130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26.emf"/><Relationship Id="rId5" Type="http://schemas.openxmlformats.org/officeDocument/2006/relationships/oleObject" Target="../embeddings/oleObject145.bin"/><Relationship Id="rId4" Type="http://schemas.openxmlformats.org/officeDocument/2006/relationships/image" Target="../media/image132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wmf"/><Relationship Id="rId3" Type="http://schemas.openxmlformats.org/officeDocument/2006/relationships/oleObject" Target="../embeddings/oleObject146.bin"/><Relationship Id="rId7" Type="http://schemas.openxmlformats.org/officeDocument/2006/relationships/oleObject" Target="../embeddings/oleObject1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134.emf"/><Relationship Id="rId5" Type="http://schemas.openxmlformats.org/officeDocument/2006/relationships/oleObject" Target="../embeddings/oleObject147.bin"/><Relationship Id="rId10" Type="http://schemas.openxmlformats.org/officeDocument/2006/relationships/image" Target="../media/image136.wmf"/><Relationship Id="rId4" Type="http://schemas.openxmlformats.org/officeDocument/2006/relationships/image" Target="../media/image133.emf"/><Relationship Id="rId9" Type="http://schemas.openxmlformats.org/officeDocument/2006/relationships/oleObject" Target="../embeddings/oleObject149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wmf"/><Relationship Id="rId3" Type="http://schemas.openxmlformats.org/officeDocument/2006/relationships/oleObject" Target="../embeddings/oleObject150.bin"/><Relationship Id="rId7" Type="http://schemas.openxmlformats.org/officeDocument/2006/relationships/oleObject" Target="../embeddings/oleObject152.bin"/><Relationship Id="rId12" Type="http://schemas.openxmlformats.org/officeDocument/2006/relationships/image" Target="../media/image14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137.wmf"/><Relationship Id="rId11" Type="http://schemas.openxmlformats.org/officeDocument/2006/relationships/oleObject" Target="../embeddings/oleObject154.bin"/><Relationship Id="rId5" Type="http://schemas.openxmlformats.org/officeDocument/2006/relationships/oleObject" Target="../embeddings/oleObject151.bin"/><Relationship Id="rId10" Type="http://schemas.openxmlformats.org/officeDocument/2006/relationships/image" Target="../media/image139.wmf"/><Relationship Id="rId4" Type="http://schemas.openxmlformats.org/officeDocument/2006/relationships/image" Target="../media/image136.wmf"/><Relationship Id="rId9" Type="http://schemas.openxmlformats.org/officeDocument/2006/relationships/oleObject" Target="../embeddings/oleObject153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142.emf"/><Relationship Id="rId5" Type="http://schemas.openxmlformats.org/officeDocument/2006/relationships/oleObject" Target="../embeddings/oleObject156.bin"/><Relationship Id="rId4" Type="http://schemas.openxmlformats.org/officeDocument/2006/relationships/image" Target="../media/image141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144.emf"/><Relationship Id="rId5" Type="http://schemas.openxmlformats.org/officeDocument/2006/relationships/oleObject" Target="../embeddings/oleObject158.bin"/><Relationship Id="rId4" Type="http://schemas.openxmlformats.org/officeDocument/2006/relationships/image" Target="../media/image143.e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wmf"/><Relationship Id="rId13" Type="http://schemas.openxmlformats.org/officeDocument/2006/relationships/oleObject" Target="../embeddings/oleObject164.bin"/><Relationship Id="rId18" Type="http://schemas.openxmlformats.org/officeDocument/2006/relationships/image" Target="../media/image152.wmf"/><Relationship Id="rId3" Type="http://schemas.openxmlformats.org/officeDocument/2006/relationships/oleObject" Target="../embeddings/oleObject159.bin"/><Relationship Id="rId7" Type="http://schemas.openxmlformats.org/officeDocument/2006/relationships/oleObject" Target="../embeddings/oleObject161.bin"/><Relationship Id="rId12" Type="http://schemas.openxmlformats.org/officeDocument/2006/relationships/image" Target="../media/image149.wmf"/><Relationship Id="rId17" Type="http://schemas.openxmlformats.org/officeDocument/2006/relationships/oleObject" Target="../embeddings/oleObject16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1.wmf"/><Relationship Id="rId1" Type="http://schemas.openxmlformats.org/officeDocument/2006/relationships/vmlDrawing" Target="../drawings/vmlDrawing44.vml"/><Relationship Id="rId6" Type="http://schemas.openxmlformats.org/officeDocument/2006/relationships/image" Target="../media/image146.wmf"/><Relationship Id="rId11" Type="http://schemas.openxmlformats.org/officeDocument/2006/relationships/oleObject" Target="../embeddings/oleObject163.bin"/><Relationship Id="rId5" Type="http://schemas.openxmlformats.org/officeDocument/2006/relationships/oleObject" Target="../embeddings/oleObject160.bin"/><Relationship Id="rId15" Type="http://schemas.openxmlformats.org/officeDocument/2006/relationships/oleObject" Target="../embeddings/oleObject165.bin"/><Relationship Id="rId10" Type="http://schemas.openxmlformats.org/officeDocument/2006/relationships/image" Target="../media/image148.wmf"/><Relationship Id="rId4" Type="http://schemas.openxmlformats.org/officeDocument/2006/relationships/image" Target="../media/image145.wmf"/><Relationship Id="rId9" Type="http://schemas.openxmlformats.org/officeDocument/2006/relationships/oleObject" Target="../embeddings/oleObject162.bin"/><Relationship Id="rId14" Type="http://schemas.openxmlformats.org/officeDocument/2006/relationships/image" Target="../media/image150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wmf"/><Relationship Id="rId3" Type="http://schemas.openxmlformats.org/officeDocument/2006/relationships/oleObject" Target="../embeddings/oleObject167.bin"/><Relationship Id="rId7" Type="http://schemas.openxmlformats.org/officeDocument/2006/relationships/oleObject" Target="../embeddings/oleObject16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154.wmf"/><Relationship Id="rId5" Type="http://schemas.openxmlformats.org/officeDocument/2006/relationships/oleObject" Target="../embeddings/oleObject168.bin"/><Relationship Id="rId10" Type="http://schemas.openxmlformats.org/officeDocument/2006/relationships/image" Target="../media/image156.wmf"/><Relationship Id="rId4" Type="http://schemas.openxmlformats.org/officeDocument/2006/relationships/image" Target="../media/image153.emf"/><Relationship Id="rId9" Type="http://schemas.openxmlformats.org/officeDocument/2006/relationships/oleObject" Target="../embeddings/oleObject170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emf"/><Relationship Id="rId13" Type="http://schemas.openxmlformats.org/officeDocument/2006/relationships/oleObject" Target="../embeddings/oleObject176.bin"/><Relationship Id="rId3" Type="http://schemas.openxmlformats.org/officeDocument/2006/relationships/oleObject" Target="../embeddings/oleObject171.bin"/><Relationship Id="rId7" Type="http://schemas.openxmlformats.org/officeDocument/2006/relationships/oleObject" Target="../embeddings/oleObject173.bin"/><Relationship Id="rId12" Type="http://schemas.openxmlformats.org/officeDocument/2006/relationships/image" Target="../media/image161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3.wmf"/><Relationship Id="rId1" Type="http://schemas.openxmlformats.org/officeDocument/2006/relationships/vmlDrawing" Target="../drawings/vmlDrawing46.vml"/><Relationship Id="rId6" Type="http://schemas.openxmlformats.org/officeDocument/2006/relationships/image" Target="../media/image158.emf"/><Relationship Id="rId11" Type="http://schemas.openxmlformats.org/officeDocument/2006/relationships/oleObject" Target="../embeddings/oleObject175.bin"/><Relationship Id="rId5" Type="http://schemas.openxmlformats.org/officeDocument/2006/relationships/oleObject" Target="../embeddings/oleObject172.bin"/><Relationship Id="rId15" Type="http://schemas.openxmlformats.org/officeDocument/2006/relationships/oleObject" Target="../embeddings/oleObject177.bin"/><Relationship Id="rId10" Type="http://schemas.openxmlformats.org/officeDocument/2006/relationships/image" Target="../media/image160.wmf"/><Relationship Id="rId4" Type="http://schemas.openxmlformats.org/officeDocument/2006/relationships/image" Target="../media/image157.wmf"/><Relationship Id="rId9" Type="http://schemas.openxmlformats.org/officeDocument/2006/relationships/oleObject" Target="../embeddings/oleObject174.bin"/><Relationship Id="rId14" Type="http://schemas.openxmlformats.org/officeDocument/2006/relationships/image" Target="../media/image162.w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wmf"/><Relationship Id="rId13" Type="http://schemas.openxmlformats.org/officeDocument/2006/relationships/oleObject" Target="../embeddings/oleObject183.bin"/><Relationship Id="rId18" Type="http://schemas.openxmlformats.org/officeDocument/2006/relationships/image" Target="../media/image171.wmf"/><Relationship Id="rId3" Type="http://schemas.openxmlformats.org/officeDocument/2006/relationships/oleObject" Target="../embeddings/oleObject178.bin"/><Relationship Id="rId7" Type="http://schemas.openxmlformats.org/officeDocument/2006/relationships/oleObject" Target="../embeddings/oleObject180.bin"/><Relationship Id="rId12" Type="http://schemas.openxmlformats.org/officeDocument/2006/relationships/image" Target="../media/image168.wmf"/><Relationship Id="rId17" Type="http://schemas.openxmlformats.org/officeDocument/2006/relationships/oleObject" Target="../embeddings/oleObject18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70.wmf"/><Relationship Id="rId1" Type="http://schemas.openxmlformats.org/officeDocument/2006/relationships/vmlDrawing" Target="../drawings/vmlDrawing47.vml"/><Relationship Id="rId6" Type="http://schemas.openxmlformats.org/officeDocument/2006/relationships/image" Target="../media/image165.wmf"/><Relationship Id="rId11" Type="http://schemas.openxmlformats.org/officeDocument/2006/relationships/oleObject" Target="../embeddings/oleObject182.bin"/><Relationship Id="rId5" Type="http://schemas.openxmlformats.org/officeDocument/2006/relationships/oleObject" Target="../embeddings/oleObject179.bin"/><Relationship Id="rId15" Type="http://schemas.openxmlformats.org/officeDocument/2006/relationships/oleObject" Target="../embeddings/oleObject184.bin"/><Relationship Id="rId10" Type="http://schemas.openxmlformats.org/officeDocument/2006/relationships/image" Target="../media/image167.wmf"/><Relationship Id="rId4" Type="http://schemas.openxmlformats.org/officeDocument/2006/relationships/image" Target="../media/image164.wmf"/><Relationship Id="rId9" Type="http://schemas.openxmlformats.org/officeDocument/2006/relationships/oleObject" Target="../embeddings/oleObject181.bin"/><Relationship Id="rId14" Type="http://schemas.openxmlformats.org/officeDocument/2006/relationships/image" Target="../media/image169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wmf"/><Relationship Id="rId3" Type="http://schemas.openxmlformats.org/officeDocument/2006/relationships/oleObject" Target="../embeddings/oleObject186.bin"/><Relationship Id="rId7" Type="http://schemas.openxmlformats.org/officeDocument/2006/relationships/oleObject" Target="../embeddings/oleObject18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173.wmf"/><Relationship Id="rId5" Type="http://schemas.openxmlformats.org/officeDocument/2006/relationships/oleObject" Target="../embeddings/oleObject187.bin"/><Relationship Id="rId10" Type="http://schemas.openxmlformats.org/officeDocument/2006/relationships/image" Target="../media/image175.wmf"/><Relationship Id="rId4" Type="http://schemas.openxmlformats.org/officeDocument/2006/relationships/image" Target="../media/image172.wmf"/><Relationship Id="rId9" Type="http://schemas.openxmlformats.org/officeDocument/2006/relationships/oleObject" Target="../embeddings/oleObject189.bin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emf"/><Relationship Id="rId13" Type="http://schemas.openxmlformats.org/officeDocument/2006/relationships/oleObject" Target="../embeddings/oleObject195.bin"/><Relationship Id="rId18" Type="http://schemas.openxmlformats.org/officeDocument/2006/relationships/image" Target="../media/image183.wmf"/><Relationship Id="rId26" Type="http://schemas.openxmlformats.org/officeDocument/2006/relationships/image" Target="../media/image187.wmf"/><Relationship Id="rId3" Type="http://schemas.openxmlformats.org/officeDocument/2006/relationships/oleObject" Target="../embeddings/oleObject190.bin"/><Relationship Id="rId21" Type="http://schemas.openxmlformats.org/officeDocument/2006/relationships/oleObject" Target="../embeddings/oleObject199.bin"/><Relationship Id="rId7" Type="http://schemas.openxmlformats.org/officeDocument/2006/relationships/oleObject" Target="../embeddings/oleObject192.bin"/><Relationship Id="rId12" Type="http://schemas.openxmlformats.org/officeDocument/2006/relationships/image" Target="../media/image180.wmf"/><Relationship Id="rId17" Type="http://schemas.openxmlformats.org/officeDocument/2006/relationships/oleObject" Target="../embeddings/oleObject197.bin"/><Relationship Id="rId25" Type="http://schemas.openxmlformats.org/officeDocument/2006/relationships/oleObject" Target="../embeddings/oleObject20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82.wmf"/><Relationship Id="rId20" Type="http://schemas.openxmlformats.org/officeDocument/2006/relationships/image" Target="../media/image184.wmf"/><Relationship Id="rId1" Type="http://schemas.openxmlformats.org/officeDocument/2006/relationships/vmlDrawing" Target="../drawings/vmlDrawing49.vml"/><Relationship Id="rId6" Type="http://schemas.openxmlformats.org/officeDocument/2006/relationships/image" Target="../media/image177.wmf"/><Relationship Id="rId11" Type="http://schemas.openxmlformats.org/officeDocument/2006/relationships/oleObject" Target="../embeddings/oleObject194.bin"/><Relationship Id="rId24" Type="http://schemas.openxmlformats.org/officeDocument/2006/relationships/image" Target="../media/image186.wmf"/><Relationship Id="rId5" Type="http://schemas.openxmlformats.org/officeDocument/2006/relationships/oleObject" Target="../embeddings/oleObject191.bin"/><Relationship Id="rId15" Type="http://schemas.openxmlformats.org/officeDocument/2006/relationships/oleObject" Target="../embeddings/oleObject196.bin"/><Relationship Id="rId23" Type="http://schemas.openxmlformats.org/officeDocument/2006/relationships/oleObject" Target="../embeddings/oleObject200.bin"/><Relationship Id="rId28" Type="http://schemas.openxmlformats.org/officeDocument/2006/relationships/image" Target="../media/image188.emf"/><Relationship Id="rId10" Type="http://schemas.openxmlformats.org/officeDocument/2006/relationships/image" Target="../media/image179.wmf"/><Relationship Id="rId19" Type="http://schemas.openxmlformats.org/officeDocument/2006/relationships/oleObject" Target="../embeddings/oleObject198.bin"/><Relationship Id="rId4" Type="http://schemas.openxmlformats.org/officeDocument/2006/relationships/image" Target="../media/image176.emf"/><Relationship Id="rId9" Type="http://schemas.openxmlformats.org/officeDocument/2006/relationships/oleObject" Target="../embeddings/oleObject193.bin"/><Relationship Id="rId14" Type="http://schemas.openxmlformats.org/officeDocument/2006/relationships/image" Target="../media/image181.wmf"/><Relationship Id="rId22" Type="http://schemas.openxmlformats.org/officeDocument/2006/relationships/image" Target="../media/image185.wmf"/><Relationship Id="rId27" Type="http://schemas.openxmlformats.org/officeDocument/2006/relationships/oleObject" Target="../embeddings/oleObject202.bin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188.emf"/><Relationship Id="rId5" Type="http://schemas.openxmlformats.org/officeDocument/2006/relationships/oleObject" Target="../embeddings/oleObject204.bin"/><Relationship Id="rId4" Type="http://schemas.openxmlformats.org/officeDocument/2006/relationships/image" Target="../media/image189.e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wmf"/><Relationship Id="rId3" Type="http://schemas.openxmlformats.org/officeDocument/2006/relationships/oleObject" Target="../embeddings/oleObject205.bin"/><Relationship Id="rId7" Type="http://schemas.openxmlformats.org/officeDocument/2006/relationships/oleObject" Target="../embeddings/oleObject20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191.wmf"/><Relationship Id="rId5" Type="http://schemas.openxmlformats.org/officeDocument/2006/relationships/oleObject" Target="../embeddings/oleObject206.bin"/><Relationship Id="rId4" Type="http://schemas.openxmlformats.org/officeDocument/2006/relationships/image" Target="../media/image190.w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wmf"/><Relationship Id="rId13" Type="http://schemas.openxmlformats.org/officeDocument/2006/relationships/oleObject" Target="../embeddings/oleObject213.bin"/><Relationship Id="rId18" Type="http://schemas.openxmlformats.org/officeDocument/2006/relationships/image" Target="../media/image200.emf"/><Relationship Id="rId26" Type="http://schemas.openxmlformats.org/officeDocument/2006/relationships/image" Target="../media/image204.wmf"/><Relationship Id="rId3" Type="http://schemas.openxmlformats.org/officeDocument/2006/relationships/oleObject" Target="../embeddings/oleObject208.bin"/><Relationship Id="rId21" Type="http://schemas.openxmlformats.org/officeDocument/2006/relationships/oleObject" Target="../embeddings/oleObject217.bin"/><Relationship Id="rId7" Type="http://schemas.openxmlformats.org/officeDocument/2006/relationships/oleObject" Target="../embeddings/oleObject210.bin"/><Relationship Id="rId12" Type="http://schemas.openxmlformats.org/officeDocument/2006/relationships/image" Target="../media/image197.wmf"/><Relationship Id="rId17" Type="http://schemas.openxmlformats.org/officeDocument/2006/relationships/oleObject" Target="../embeddings/oleObject215.bin"/><Relationship Id="rId25" Type="http://schemas.openxmlformats.org/officeDocument/2006/relationships/oleObject" Target="../embeddings/oleObject21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99.wmf"/><Relationship Id="rId20" Type="http://schemas.openxmlformats.org/officeDocument/2006/relationships/image" Target="../media/image201.wmf"/><Relationship Id="rId1" Type="http://schemas.openxmlformats.org/officeDocument/2006/relationships/vmlDrawing" Target="../drawings/vmlDrawing52.vml"/><Relationship Id="rId6" Type="http://schemas.openxmlformats.org/officeDocument/2006/relationships/image" Target="../media/image194.wmf"/><Relationship Id="rId11" Type="http://schemas.openxmlformats.org/officeDocument/2006/relationships/oleObject" Target="../embeddings/oleObject212.bin"/><Relationship Id="rId24" Type="http://schemas.openxmlformats.org/officeDocument/2006/relationships/image" Target="../media/image203.wmf"/><Relationship Id="rId5" Type="http://schemas.openxmlformats.org/officeDocument/2006/relationships/oleObject" Target="../embeddings/oleObject209.bin"/><Relationship Id="rId15" Type="http://schemas.openxmlformats.org/officeDocument/2006/relationships/oleObject" Target="../embeddings/oleObject214.bin"/><Relationship Id="rId23" Type="http://schemas.openxmlformats.org/officeDocument/2006/relationships/oleObject" Target="../embeddings/oleObject218.bin"/><Relationship Id="rId28" Type="http://schemas.openxmlformats.org/officeDocument/2006/relationships/image" Target="../media/image205.wmf"/><Relationship Id="rId10" Type="http://schemas.openxmlformats.org/officeDocument/2006/relationships/image" Target="../media/image196.wmf"/><Relationship Id="rId19" Type="http://schemas.openxmlformats.org/officeDocument/2006/relationships/oleObject" Target="../embeddings/oleObject216.bin"/><Relationship Id="rId4" Type="http://schemas.openxmlformats.org/officeDocument/2006/relationships/image" Target="../media/image193.wmf"/><Relationship Id="rId9" Type="http://schemas.openxmlformats.org/officeDocument/2006/relationships/oleObject" Target="../embeddings/oleObject211.bin"/><Relationship Id="rId14" Type="http://schemas.openxmlformats.org/officeDocument/2006/relationships/image" Target="../media/image198.wmf"/><Relationship Id="rId22" Type="http://schemas.openxmlformats.org/officeDocument/2006/relationships/image" Target="../media/image202.wmf"/><Relationship Id="rId27" Type="http://schemas.openxmlformats.org/officeDocument/2006/relationships/oleObject" Target="../embeddings/oleObject220.bin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wmf"/><Relationship Id="rId3" Type="http://schemas.openxmlformats.org/officeDocument/2006/relationships/oleObject" Target="../embeddings/oleObject221.bin"/><Relationship Id="rId7" Type="http://schemas.openxmlformats.org/officeDocument/2006/relationships/oleObject" Target="../embeddings/oleObject2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207.wmf"/><Relationship Id="rId5" Type="http://schemas.openxmlformats.org/officeDocument/2006/relationships/oleObject" Target="../embeddings/oleObject222.bin"/><Relationship Id="rId10" Type="http://schemas.openxmlformats.org/officeDocument/2006/relationships/image" Target="../media/image209.wmf"/><Relationship Id="rId4" Type="http://schemas.openxmlformats.org/officeDocument/2006/relationships/image" Target="../media/image206.wmf"/><Relationship Id="rId9" Type="http://schemas.openxmlformats.org/officeDocument/2006/relationships/oleObject" Target="../embeddings/oleObject224.bin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wmf"/><Relationship Id="rId13" Type="http://schemas.openxmlformats.org/officeDocument/2006/relationships/oleObject" Target="../embeddings/oleObject230.bin"/><Relationship Id="rId3" Type="http://schemas.openxmlformats.org/officeDocument/2006/relationships/oleObject" Target="../embeddings/oleObject225.bin"/><Relationship Id="rId7" Type="http://schemas.openxmlformats.org/officeDocument/2006/relationships/oleObject" Target="../embeddings/oleObject227.bin"/><Relationship Id="rId12" Type="http://schemas.openxmlformats.org/officeDocument/2006/relationships/image" Target="../media/image21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211.wmf"/><Relationship Id="rId11" Type="http://schemas.openxmlformats.org/officeDocument/2006/relationships/oleObject" Target="../embeddings/oleObject229.bin"/><Relationship Id="rId5" Type="http://schemas.openxmlformats.org/officeDocument/2006/relationships/oleObject" Target="../embeddings/oleObject226.bin"/><Relationship Id="rId10" Type="http://schemas.openxmlformats.org/officeDocument/2006/relationships/image" Target="../media/image213.wmf"/><Relationship Id="rId4" Type="http://schemas.openxmlformats.org/officeDocument/2006/relationships/image" Target="../media/image210.wmf"/><Relationship Id="rId9" Type="http://schemas.openxmlformats.org/officeDocument/2006/relationships/oleObject" Target="../embeddings/oleObject228.bin"/><Relationship Id="rId14" Type="http://schemas.openxmlformats.org/officeDocument/2006/relationships/image" Target="../media/image215.wmf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emf"/><Relationship Id="rId13" Type="http://schemas.openxmlformats.org/officeDocument/2006/relationships/oleObject" Target="../embeddings/oleObject236.bin"/><Relationship Id="rId18" Type="http://schemas.openxmlformats.org/officeDocument/2006/relationships/image" Target="../media/image223.wmf"/><Relationship Id="rId26" Type="http://schemas.openxmlformats.org/officeDocument/2006/relationships/image" Target="../media/image227.wmf"/><Relationship Id="rId3" Type="http://schemas.openxmlformats.org/officeDocument/2006/relationships/oleObject" Target="../embeddings/oleObject231.bin"/><Relationship Id="rId21" Type="http://schemas.openxmlformats.org/officeDocument/2006/relationships/oleObject" Target="../embeddings/oleObject240.bin"/><Relationship Id="rId7" Type="http://schemas.openxmlformats.org/officeDocument/2006/relationships/oleObject" Target="../embeddings/oleObject233.bin"/><Relationship Id="rId12" Type="http://schemas.openxmlformats.org/officeDocument/2006/relationships/image" Target="../media/image220.wmf"/><Relationship Id="rId17" Type="http://schemas.openxmlformats.org/officeDocument/2006/relationships/oleObject" Target="../embeddings/oleObject238.bin"/><Relationship Id="rId25" Type="http://schemas.openxmlformats.org/officeDocument/2006/relationships/oleObject" Target="../embeddings/oleObject24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22.wmf"/><Relationship Id="rId20" Type="http://schemas.openxmlformats.org/officeDocument/2006/relationships/image" Target="../media/image224.wmf"/><Relationship Id="rId1" Type="http://schemas.openxmlformats.org/officeDocument/2006/relationships/vmlDrawing" Target="../drawings/vmlDrawing55.vml"/><Relationship Id="rId6" Type="http://schemas.openxmlformats.org/officeDocument/2006/relationships/image" Target="../media/image217.wmf"/><Relationship Id="rId11" Type="http://schemas.openxmlformats.org/officeDocument/2006/relationships/oleObject" Target="../embeddings/oleObject235.bin"/><Relationship Id="rId24" Type="http://schemas.openxmlformats.org/officeDocument/2006/relationships/image" Target="../media/image226.wmf"/><Relationship Id="rId5" Type="http://schemas.openxmlformats.org/officeDocument/2006/relationships/oleObject" Target="../embeddings/oleObject232.bin"/><Relationship Id="rId15" Type="http://schemas.openxmlformats.org/officeDocument/2006/relationships/oleObject" Target="../embeddings/oleObject237.bin"/><Relationship Id="rId23" Type="http://schemas.openxmlformats.org/officeDocument/2006/relationships/oleObject" Target="../embeddings/oleObject241.bin"/><Relationship Id="rId28" Type="http://schemas.openxmlformats.org/officeDocument/2006/relationships/image" Target="../media/image228.wmf"/><Relationship Id="rId10" Type="http://schemas.openxmlformats.org/officeDocument/2006/relationships/image" Target="../media/image219.wmf"/><Relationship Id="rId19" Type="http://schemas.openxmlformats.org/officeDocument/2006/relationships/oleObject" Target="../embeddings/oleObject239.bin"/><Relationship Id="rId4" Type="http://schemas.openxmlformats.org/officeDocument/2006/relationships/image" Target="../media/image216.wmf"/><Relationship Id="rId9" Type="http://schemas.openxmlformats.org/officeDocument/2006/relationships/oleObject" Target="../embeddings/oleObject234.bin"/><Relationship Id="rId14" Type="http://schemas.openxmlformats.org/officeDocument/2006/relationships/image" Target="../media/image221.wmf"/><Relationship Id="rId22" Type="http://schemas.openxmlformats.org/officeDocument/2006/relationships/image" Target="../media/image225.wmf"/><Relationship Id="rId27" Type="http://schemas.openxmlformats.org/officeDocument/2006/relationships/oleObject" Target="../embeddings/oleObject243.bin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wmf"/><Relationship Id="rId3" Type="http://schemas.openxmlformats.org/officeDocument/2006/relationships/oleObject" Target="../embeddings/oleObject244.bin"/><Relationship Id="rId7" Type="http://schemas.openxmlformats.org/officeDocument/2006/relationships/oleObject" Target="../embeddings/oleObject24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6.vml"/><Relationship Id="rId6" Type="http://schemas.openxmlformats.org/officeDocument/2006/relationships/image" Target="../media/image230.wmf"/><Relationship Id="rId5" Type="http://schemas.openxmlformats.org/officeDocument/2006/relationships/oleObject" Target="../embeddings/oleObject245.bin"/><Relationship Id="rId4" Type="http://schemas.openxmlformats.org/officeDocument/2006/relationships/image" Target="../media/image229.wmf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0.bin"/><Relationship Id="rId13" Type="http://schemas.openxmlformats.org/officeDocument/2006/relationships/image" Target="../media/image236.wmf"/><Relationship Id="rId3" Type="http://schemas.openxmlformats.org/officeDocument/2006/relationships/oleObject" Target="../embeddings/oleObject247.bin"/><Relationship Id="rId7" Type="http://schemas.openxmlformats.org/officeDocument/2006/relationships/image" Target="../media/image233.wmf"/><Relationship Id="rId12" Type="http://schemas.openxmlformats.org/officeDocument/2006/relationships/oleObject" Target="../embeddings/oleObject252.bin"/><Relationship Id="rId17" Type="http://schemas.openxmlformats.org/officeDocument/2006/relationships/image" Target="../media/image238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54.bin"/><Relationship Id="rId1" Type="http://schemas.openxmlformats.org/officeDocument/2006/relationships/vmlDrawing" Target="../drawings/vmlDrawing57.vml"/><Relationship Id="rId6" Type="http://schemas.openxmlformats.org/officeDocument/2006/relationships/oleObject" Target="../embeddings/oleObject249.bin"/><Relationship Id="rId11" Type="http://schemas.openxmlformats.org/officeDocument/2006/relationships/image" Target="../media/image235.wmf"/><Relationship Id="rId5" Type="http://schemas.openxmlformats.org/officeDocument/2006/relationships/oleObject" Target="../embeddings/oleObject248.bin"/><Relationship Id="rId15" Type="http://schemas.openxmlformats.org/officeDocument/2006/relationships/image" Target="../media/image237.wmf"/><Relationship Id="rId10" Type="http://schemas.openxmlformats.org/officeDocument/2006/relationships/oleObject" Target="../embeddings/oleObject251.bin"/><Relationship Id="rId4" Type="http://schemas.openxmlformats.org/officeDocument/2006/relationships/image" Target="../media/image232.wmf"/><Relationship Id="rId9" Type="http://schemas.openxmlformats.org/officeDocument/2006/relationships/image" Target="../media/image234.wmf"/><Relationship Id="rId14" Type="http://schemas.openxmlformats.org/officeDocument/2006/relationships/oleObject" Target="../embeddings/oleObject253.bin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wmf"/><Relationship Id="rId13" Type="http://schemas.openxmlformats.org/officeDocument/2006/relationships/oleObject" Target="../embeddings/oleObject260.bin"/><Relationship Id="rId3" Type="http://schemas.openxmlformats.org/officeDocument/2006/relationships/oleObject" Target="../embeddings/oleObject255.bin"/><Relationship Id="rId7" Type="http://schemas.openxmlformats.org/officeDocument/2006/relationships/oleObject" Target="../embeddings/oleObject257.bin"/><Relationship Id="rId12" Type="http://schemas.openxmlformats.org/officeDocument/2006/relationships/image" Target="../media/image243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45.wmf"/><Relationship Id="rId1" Type="http://schemas.openxmlformats.org/officeDocument/2006/relationships/vmlDrawing" Target="../drawings/vmlDrawing58.vml"/><Relationship Id="rId6" Type="http://schemas.openxmlformats.org/officeDocument/2006/relationships/image" Target="../media/image240.wmf"/><Relationship Id="rId11" Type="http://schemas.openxmlformats.org/officeDocument/2006/relationships/oleObject" Target="../embeddings/oleObject259.bin"/><Relationship Id="rId5" Type="http://schemas.openxmlformats.org/officeDocument/2006/relationships/oleObject" Target="../embeddings/oleObject256.bin"/><Relationship Id="rId15" Type="http://schemas.openxmlformats.org/officeDocument/2006/relationships/oleObject" Target="../embeddings/oleObject261.bin"/><Relationship Id="rId10" Type="http://schemas.openxmlformats.org/officeDocument/2006/relationships/image" Target="../media/image242.wmf"/><Relationship Id="rId4" Type="http://schemas.openxmlformats.org/officeDocument/2006/relationships/image" Target="../media/image239.wmf"/><Relationship Id="rId9" Type="http://schemas.openxmlformats.org/officeDocument/2006/relationships/oleObject" Target="../embeddings/oleObject258.bin"/><Relationship Id="rId14" Type="http://schemas.openxmlformats.org/officeDocument/2006/relationships/image" Target="../media/image244.wmf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8.wmf"/><Relationship Id="rId3" Type="http://schemas.openxmlformats.org/officeDocument/2006/relationships/oleObject" Target="../embeddings/oleObject262.bin"/><Relationship Id="rId7" Type="http://schemas.openxmlformats.org/officeDocument/2006/relationships/oleObject" Target="../embeddings/oleObject264.bin"/><Relationship Id="rId12" Type="http://schemas.openxmlformats.org/officeDocument/2006/relationships/image" Target="../media/image25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9.vml"/><Relationship Id="rId6" Type="http://schemas.openxmlformats.org/officeDocument/2006/relationships/image" Target="../media/image247.wmf"/><Relationship Id="rId11" Type="http://schemas.openxmlformats.org/officeDocument/2006/relationships/oleObject" Target="../embeddings/oleObject266.bin"/><Relationship Id="rId5" Type="http://schemas.openxmlformats.org/officeDocument/2006/relationships/oleObject" Target="../embeddings/oleObject263.bin"/><Relationship Id="rId10" Type="http://schemas.openxmlformats.org/officeDocument/2006/relationships/image" Target="../media/image249.wmf"/><Relationship Id="rId4" Type="http://schemas.openxmlformats.org/officeDocument/2006/relationships/image" Target="../media/image246.wmf"/><Relationship Id="rId9" Type="http://schemas.openxmlformats.org/officeDocument/2006/relationships/oleObject" Target="../embeddings/oleObject265.bin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3.wmf"/><Relationship Id="rId13" Type="http://schemas.openxmlformats.org/officeDocument/2006/relationships/oleObject" Target="../embeddings/oleObject272.bin"/><Relationship Id="rId3" Type="http://schemas.openxmlformats.org/officeDocument/2006/relationships/oleObject" Target="../embeddings/oleObject267.bin"/><Relationship Id="rId7" Type="http://schemas.openxmlformats.org/officeDocument/2006/relationships/oleObject" Target="../embeddings/oleObject269.bin"/><Relationship Id="rId12" Type="http://schemas.openxmlformats.org/officeDocument/2006/relationships/image" Target="../media/image25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0.vml"/><Relationship Id="rId6" Type="http://schemas.openxmlformats.org/officeDocument/2006/relationships/image" Target="../media/image252.wmf"/><Relationship Id="rId11" Type="http://schemas.openxmlformats.org/officeDocument/2006/relationships/oleObject" Target="../embeddings/oleObject271.bin"/><Relationship Id="rId5" Type="http://schemas.openxmlformats.org/officeDocument/2006/relationships/oleObject" Target="../embeddings/oleObject268.bin"/><Relationship Id="rId10" Type="http://schemas.openxmlformats.org/officeDocument/2006/relationships/image" Target="../media/image254.wmf"/><Relationship Id="rId4" Type="http://schemas.openxmlformats.org/officeDocument/2006/relationships/image" Target="../media/image251.emf"/><Relationship Id="rId9" Type="http://schemas.openxmlformats.org/officeDocument/2006/relationships/oleObject" Target="../embeddings/oleObject270.bin"/><Relationship Id="rId14" Type="http://schemas.openxmlformats.org/officeDocument/2006/relationships/image" Target="../media/image256.wmf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wmf"/><Relationship Id="rId13" Type="http://schemas.openxmlformats.org/officeDocument/2006/relationships/oleObject" Target="../embeddings/oleObject278.bin"/><Relationship Id="rId18" Type="http://schemas.openxmlformats.org/officeDocument/2006/relationships/image" Target="../media/image264.wmf"/><Relationship Id="rId3" Type="http://schemas.openxmlformats.org/officeDocument/2006/relationships/oleObject" Target="../embeddings/oleObject273.bin"/><Relationship Id="rId7" Type="http://schemas.openxmlformats.org/officeDocument/2006/relationships/oleObject" Target="../embeddings/oleObject275.bin"/><Relationship Id="rId12" Type="http://schemas.openxmlformats.org/officeDocument/2006/relationships/image" Target="../media/image261.wmf"/><Relationship Id="rId17" Type="http://schemas.openxmlformats.org/officeDocument/2006/relationships/oleObject" Target="../embeddings/oleObject28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63.wmf"/><Relationship Id="rId20" Type="http://schemas.openxmlformats.org/officeDocument/2006/relationships/image" Target="../media/image265.wmf"/><Relationship Id="rId1" Type="http://schemas.openxmlformats.org/officeDocument/2006/relationships/vmlDrawing" Target="../drawings/vmlDrawing61.vml"/><Relationship Id="rId6" Type="http://schemas.openxmlformats.org/officeDocument/2006/relationships/image" Target="../media/image258.wmf"/><Relationship Id="rId11" Type="http://schemas.openxmlformats.org/officeDocument/2006/relationships/oleObject" Target="../embeddings/oleObject277.bin"/><Relationship Id="rId5" Type="http://schemas.openxmlformats.org/officeDocument/2006/relationships/oleObject" Target="../embeddings/oleObject274.bin"/><Relationship Id="rId15" Type="http://schemas.openxmlformats.org/officeDocument/2006/relationships/oleObject" Target="../embeddings/oleObject279.bin"/><Relationship Id="rId10" Type="http://schemas.openxmlformats.org/officeDocument/2006/relationships/image" Target="../media/image260.emf"/><Relationship Id="rId19" Type="http://schemas.openxmlformats.org/officeDocument/2006/relationships/oleObject" Target="../embeddings/oleObject281.bin"/><Relationship Id="rId4" Type="http://schemas.openxmlformats.org/officeDocument/2006/relationships/image" Target="../media/image257.wmf"/><Relationship Id="rId9" Type="http://schemas.openxmlformats.org/officeDocument/2006/relationships/oleObject" Target="../embeddings/oleObject276.bin"/><Relationship Id="rId14" Type="http://schemas.openxmlformats.org/officeDocument/2006/relationships/image" Target="../media/image262.wmf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emf"/><Relationship Id="rId13" Type="http://schemas.openxmlformats.org/officeDocument/2006/relationships/oleObject" Target="../embeddings/oleObject287.bin"/><Relationship Id="rId3" Type="http://schemas.openxmlformats.org/officeDocument/2006/relationships/oleObject" Target="../embeddings/oleObject282.bin"/><Relationship Id="rId7" Type="http://schemas.openxmlformats.org/officeDocument/2006/relationships/oleObject" Target="../embeddings/oleObject284.bin"/><Relationship Id="rId12" Type="http://schemas.openxmlformats.org/officeDocument/2006/relationships/image" Target="../media/image269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71.wmf"/><Relationship Id="rId1" Type="http://schemas.openxmlformats.org/officeDocument/2006/relationships/vmlDrawing" Target="../drawings/vmlDrawing62.vml"/><Relationship Id="rId6" Type="http://schemas.openxmlformats.org/officeDocument/2006/relationships/image" Target="../media/image267.wmf"/><Relationship Id="rId11" Type="http://schemas.openxmlformats.org/officeDocument/2006/relationships/oleObject" Target="../embeddings/oleObject286.bin"/><Relationship Id="rId5" Type="http://schemas.openxmlformats.org/officeDocument/2006/relationships/oleObject" Target="../embeddings/oleObject283.bin"/><Relationship Id="rId15" Type="http://schemas.openxmlformats.org/officeDocument/2006/relationships/oleObject" Target="../embeddings/oleObject288.bin"/><Relationship Id="rId10" Type="http://schemas.openxmlformats.org/officeDocument/2006/relationships/image" Target="../media/image268.wmf"/><Relationship Id="rId4" Type="http://schemas.openxmlformats.org/officeDocument/2006/relationships/image" Target="../media/image266.wmf"/><Relationship Id="rId9" Type="http://schemas.openxmlformats.org/officeDocument/2006/relationships/oleObject" Target="../embeddings/oleObject285.bin"/><Relationship Id="rId14" Type="http://schemas.openxmlformats.org/officeDocument/2006/relationships/image" Target="../media/image270.wmf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4.wmf"/><Relationship Id="rId3" Type="http://schemas.openxmlformats.org/officeDocument/2006/relationships/oleObject" Target="../embeddings/oleObject289.bin"/><Relationship Id="rId7" Type="http://schemas.openxmlformats.org/officeDocument/2006/relationships/oleObject" Target="../embeddings/oleObject29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3.vml"/><Relationship Id="rId6" Type="http://schemas.openxmlformats.org/officeDocument/2006/relationships/image" Target="../media/image273.wmf"/><Relationship Id="rId5" Type="http://schemas.openxmlformats.org/officeDocument/2006/relationships/oleObject" Target="../embeddings/oleObject290.bin"/><Relationship Id="rId10" Type="http://schemas.openxmlformats.org/officeDocument/2006/relationships/image" Target="../media/image260.emf"/><Relationship Id="rId4" Type="http://schemas.openxmlformats.org/officeDocument/2006/relationships/image" Target="../media/image272.wmf"/><Relationship Id="rId9" Type="http://schemas.openxmlformats.org/officeDocument/2006/relationships/oleObject" Target="../embeddings/oleObject292.bin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4.vml"/><Relationship Id="rId6" Type="http://schemas.openxmlformats.org/officeDocument/2006/relationships/image" Target="../media/image276.wmf"/><Relationship Id="rId5" Type="http://schemas.openxmlformats.org/officeDocument/2006/relationships/oleObject" Target="../embeddings/oleObject294.bin"/><Relationship Id="rId4" Type="http://schemas.openxmlformats.org/officeDocument/2006/relationships/image" Target="../media/image275.wmf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9.wmf"/><Relationship Id="rId13" Type="http://schemas.openxmlformats.org/officeDocument/2006/relationships/oleObject" Target="../embeddings/oleObject300.bin"/><Relationship Id="rId3" Type="http://schemas.openxmlformats.org/officeDocument/2006/relationships/oleObject" Target="../embeddings/oleObject295.bin"/><Relationship Id="rId7" Type="http://schemas.openxmlformats.org/officeDocument/2006/relationships/oleObject" Target="../embeddings/oleObject297.bin"/><Relationship Id="rId12" Type="http://schemas.openxmlformats.org/officeDocument/2006/relationships/image" Target="../media/image28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5.vml"/><Relationship Id="rId6" Type="http://schemas.openxmlformats.org/officeDocument/2006/relationships/image" Target="../media/image278.wmf"/><Relationship Id="rId11" Type="http://schemas.openxmlformats.org/officeDocument/2006/relationships/oleObject" Target="../embeddings/oleObject299.bin"/><Relationship Id="rId5" Type="http://schemas.openxmlformats.org/officeDocument/2006/relationships/oleObject" Target="../embeddings/oleObject296.bin"/><Relationship Id="rId10" Type="http://schemas.openxmlformats.org/officeDocument/2006/relationships/image" Target="../media/image280.wmf"/><Relationship Id="rId4" Type="http://schemas.openxmlformats.org/officeDocument/2006/relationships/image" Target="../media/image277.wmf"/><Relationship Id="rId9" Type="http://schemas.openxmlformats.org/officeDocument/2006/relationships/oleObject" Target="../embeddings/oleObject298.bin"/><Relationship Id="rId14" Type="http://schemas.openxmlformats.org/officeDocument/2006/relationships/image" Target="../media/image282.wmf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06.bin"/><Relationship Id="rId18" Type="http://schemas.openxmlformats.org/officeDocument/2006/relationships/image" Target="../media/image290.wmf"/><Relationship Id="rId26" Type="http://schemas.openxmlformats.org/officeDocument/2006/relationships/oleObject" Target="../embeddings/oleObject313.bin"/><Relationship Id="rId3" Type="http://schemas.openxmlformats.org/officeDocument/2006/relationships/oleObject" Target="../embeddings/oleObject301.bin"/><Relationship Id="rId21" Type="http://schemas.openxmlformats.org/officeDocument/2006/relationships/oleObject" Target="../embeddings/oleObject310.bin"/><Relationship Id="rId34" Type="http://schemas.openxmlformats.org/officeDocument/2006/relationships/oleObject" Target="../embeddings/oleObject317.bin"/><Relationship Id="rId7" Type="http://schemas.openxmlformats.org/officeDocument/2006/relationships/oleObject" Target="../embeddings/oleObject303.bin"/><Relationship Id="rId12" Type="http://schemas.openxmlformats.org/officeDocument/2006/relationships/image" Target="../media/image287.wmf"/><Relationship Id="rId17" Type="http://schemas.openxmlformats.org/officeDocument/2006/relationships/oleObject" Target="../embeddings/oleObject308.bin"/><Relationship Id="rId25" Type="http://schemas.openxmlformats.org/officeDocument/2006/relationships/image" Target="../media/image293.wmf"/><Relationship Id="rId33" Type="http://schemas.openxmlformats.org/officeDocument/2006/relationships/image" Target="../media/image297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89.wmf"/><Relationship Id="rId20" Type="http://schemas.openxmlformats.org/officeDocument/2006/relationships/image" Target="../media/image291.wmf"/><Relationship Id="rId29" Type="http://schemas.openxmlformats.org/officeDocument/2006/relationships/image" Target="../media/image295.wmf"/><Relationship Id="rId1" Type="http://schemas.openxmlformats.org/officeDocument/2006/relationships/vmlDrawing" Target="../drawings/vmlDrawing66.vml"/><Relationship Id="rId6" Type="http://schemas.openxmlformats.org/officeDocument/2006/relationships/image" Target="../media/image284.wmf"/><Relationship Id="rId11" Type="http://schemas.openxmlformats.org/officeDocument/2006/relationships/oleObject" Target="../embeddings/oleObject305.bin"/><Relationship Id="rId24" Type="http://schemas.openxmlformats.org/officeDocument/2006/relationships/oleObject" Target="../embeddings/oleObject312.bin"/><Relationship Id="rId32" Type="http://schemas.openxmlformats.org/officeDocument/2006/relationships/oleObject" Target="../embeddings/oleObject316.bin"/><Relationship Id="rId5" Type="http://schemas.openxmlformats.org/officeDocument/2006/relationships/oleObject" Target="../embeddings/oleObject302.bin"/><Relationship Id="rId15" Type="http://schemas.openxmlformats.org/officeDocument/2006/relationships/oleObject" Target="../embeddings/oleObject307.bin"/><Relationship Id="rId23" Type="http://schemas.openxmlformats.org/officeDocument/2006/relationships/image" Target="../media/image292.wmf"/><Relationship Id="rId28" Type="http://schemas.openxmlformats.org/officeDocument/2006/relationships/oleObject" Target="../embeddings/oleObject314.bin"/><Relationship Id="rId10" Type="http://schemas.openxmlformats.org/officeDocument/2006/relationships/image" Target="../media/image286.wmf"/><Relationship Id="rId19" Type="http://schemas.openxmlformats.org/officeDocument/2006/relationships/oleObject" Target="../embeddings/oleObject309.bin"/><Relationship Id="rId31" Type="http://schemas.openxmlformats.org/officeDocument/2006/relationships/image" Target="../media/image296.wmf"/><Relationship Id="rId4" Type="http://schemas.openxmlformats.org/officeDocument/2006/relationships/image" Target="../media/image283.wmf"/><Relationship Id="rId9" Type="http://schemas.openxmlformats.org/officeDocument/2006/relationships/oleObject" Target="../embeddings/oleObject304.bin"/><Relationship Id="rId14" Type="http://schemas.openxmlformats.org/officeDocument/2006/relationships/image" Target="../media/image288.wmf"/><Relationship Id="rId22" Type="http://schemas.openxmlformats.org/officeDocument/2006/relationships/oleObject" Target="../embeddings/oleObject311.bin"/><Relationship Id="rId27" Type="http://schemas.openxmlformats.org/officeDocument/2006/relationships/image" Target="../media/image294.wmf"/><Relationship Id="rId30" Type="http://schemas.openxmlformats.org/officeDocument/2006/relationships/oleObject" Target="../embeddings/oleObject315.bin"/><Relationship Id="rId35" Type="http://schemas.openxmlformats.org/officeDocument/2006/relationships/image" Target="../media/image298.wmf"/><Relationship Id="rId8" Type="http://schemas.openxmlformats.org/officeDocument/2006/relationships/image" Target="../media/image285.wmf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1.wmf"/><Relationship Id="rId13" Type="http://schemas.openxmlformats.org/officeDocument/2006/relationships/oleObject" Target="../embeddings/oleObject323.bin"/><Relationship Id="rId18" Type="http://schemas.openxmlformats.org/officeDocument/2006/relationships/image" Target="../media/image306.wmf"/><Relationship Id="rId3" Type="http://schemas.openxmlformats.org/officeDocument/2006/relationships/oleObject" Target="../embeddings/oleObject318.bin"/><Relationship Id="rId21" Type="http://schemas.openxmlformats.org/officeDocument/2006/relationships/oleObject" Target="../embeddings/oleObject327.bin"/><Relationship Id="rId7" Type="http://schemas.openxmlformats.org/officeDocument/2006/relationships/oleObject" Target="../embeddings/oleObject320.bin"/><Relationship Id="rId12" Type="http://schemas.openxmlformats.org/officeDocument/2006/relationships/image" Target="../media/image303.wmf"/><Relationship Id="rId17" Type="http://schemas.openxmlformats.org/officeDocument/2006/relationships/oleObject" Target="../embeddings/oleObject32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05.wmf"/><Relationship Id="rId20" Type="http://schemas.openxmlformats.org/officeDocument/2006/relationships/image" Target="../media/image307.wmf"/><Relationship Id="rId1" Type="http://schemas.openxmlformats.org/officeDocument/2006/relationships/vmlDrawing" Target="../drawings/vmlDrawing67.vml"/><Relationship Id="rId6" Type="http://schemas.openxmlformats.org/officeDocument/2006/relationships/image" Target="../media/image300.wmf"/><Relationship Id="rId11" Type="http://schemas.openxmlformats.org/officeDocument/2006/relationships/oleObject" Target="../embeddings/oleObject322.bin"/><Relationship Id="rId24" Type="http://schemas.openxmlformats.org/officeDocument/2006/relationships/image" Target="../media/image309.wmf"/><Relationship Id="rId5" Type="http://schemas.openxmlformats.org/officeDocument/2006/relationships/oleObject" Target="../embeddings/oleObject319.bin"/><Relationship Id="rId15" Type="http://schemas.openxmlformats.org/officeDocument/2006/relationships/oleObject" Target="../embeddings/oleObject324.bin"/><Relationship Id="rId23" Type="http://schemas.openxmlformats.org/officeDocument/2006/relationships/oleObject" Target="../embeddings/oleObject328.bin"/><Relationship Id="rId10" Type="http://schemas.openxmlformats.org/officeDocument/2006/relationships/image" Target="../media/image302.wmf"/><Relationship Id="rId19" Type="http://schemas.openxmlformats.org/officeDocument/2006/relationships/oleObject" Target="../embeddings/oleObject326.bin"/><Relationship Id="rId4" Type="http://schemas.openxmlformats.org/officeDocument/2006/relationships/image" Target="../media/image299.wmf"/><Relationship Id="rId9" Type="http://schemas.openxmlformats.org/officeDocument/2006/relationships/oleObject" Target="../embeddings/oleObject321.bin"/><Relationship Id="rId14" Type="http://schemas.openxmlformats.org/officeDocument/2006/relationships/image" Target="../media/image304.wmf"/><Relationship Id="rId22" Type="http://schemas.openxmlformats.org/officeDocument/2006/relationships/image" Target="../media/image308.wmf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1981200" y="1428736"/>
            <a:ext cx="8534400" cy="4643470"/>
          </a:xfrm>
        </p:spPr>
        <p:txBody>
          <a:bodyPr/>
          <a:lstStyle/>
          <a:p>
            <a:pPr algn="ctr">
              <a:buNone/>
            </a:pPr>
            <a:r>
              <a:rPr lang="en-US" sz="4400" dirty="0">
                <a:solidFill>
                  <a:schemeClr val="accent2"/>
                </a:solidFill>
              </a:rPr>
              <a:t>EE 151</a:t>
            </a:r>
          </a:p>
          <a:p>
            <a:pPr algn="ctr">
              <a:buNone/>
            </a:pPr>
            <a:r>
              <a:rPr lang="en-US" sz="4400" dirty="0" smtClean="0">
                <a:solidFill>
                  <a:schemeClr val="accent2"/>
                </a:solidFill>
              </a:rPr>
              <a:t>APPLIED ELECTRICITY</a:t>
            </a:r>
            <a:endParaRPr lang="en-US" sz="4400" dirty="0">
              <a:solidFill>
                <a:schemeClr val="accent2"/>
              </a:solidFill>
            </a:endParaRPr>
          </a:p>
          <a:p>
            <a:pPr algn="ctr">
              <a:buNone/>
            </a:pPr>
            <a:endParaRPr lang="en-US" altLang="ko-KR" sz="2800" dirty="0">
              <a:solidFill>
                <a:schemeClr val="accent2"/>
              </a:solidFill>
            </a:endParaRPr>
          </a:p>
          <a:p>
            <a:pPr algn="ctr">
              <a:buNone/>
            </a:pPr>
            <a:endParaRPr lang="en-US" altLang="ko-KR" sz="2800" dirty="0">
              <a:solidFill>
                <a:schemeClr val="accent2"/>
              </a:solidFill>
            </a:endParaRPr>
          </a:p>
          <a:p>
            <a:pPr algn="ctr">
              <a:buNone/>
            </a:pPr>
            <a:r>
              <a:rPr lang="en-US" altLang="ko-KR" sz="2800" dirty="0">
                <a:solidFill>
                  <a:schemeClr val="accent2"/>
                </a:solidFill>
              </a:rPr>
              <a:t>2016.09.06</a:t>
            </a:r>
          </a:p>
          <a:p>
            <a:pPr algn="ctr">
              <a:buNone/>
            </a:pPr>
            <a:endParaRPr lang="en-US" altLang="ko-KR" sz="2800" dirty="0">
              <a:solidFill>
                <a:schemeClr val="accent2"/>
              </a:solidFill>
            </a:endParaRPr>
          </a:p>
          <a:p>
            <a:pPr algn="ctr">
              <a:buNone/>
            </a:pPr>
            <a:r>
              <a:rPr lang="en-US" altLang="ko-KR" dirty="0" smtClean="0">
                <a:solidFill>
                  <a:schemeClr val="accent2"/>
                </a:solidFill>
                <a:latin typeface="Garamond" pitchFamily="18" charset="0"/>
              </a:rPr>
              <a:t>Ing. Dr. Abdul-Rahman Ahmed</a:t>
            </a:r>
            <a:endParaRPr lang="ko-KR" altLang="en-US" dirty="0">
              <a:solidFill>
                <a:schemeClr val="accent2"/>
              </a:solidFill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021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FF"/>
                </a:solidFill>
              </a:rPr>
              <a:t>Alternating Current Circuits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488" indent="-344488" algn="just">
              <a:buFont typeface="Wingdings" pitchFamily="2" charset="2"/>
              <a:buChar char="v"/>
            </a:pPr>
            <a:r>
              <a:rPr lang="en-US" sz="2800" dirty="0" smtClean="0">
                <a:solidFill>
                  <a:srgbClr val="0000FF"/>
                </a:solidFill>
              </a:rPr>
              <a:t>Alternating  current (AC) circuits are circuits with currents and voltages which are time-varying</a:t>
            </a:r>
            <a:endParaRPr lang="en-US" sz="2800" dirty="0">
              <a:solidFill>
                <a:srgbClr val="0000FF"/>
              </a:solidFill>
            </a:endParaRPr>
          </a:p>
          <a:p>
            <a:pPr marL="344488" indent="-344488" algn="just"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Examples of AC waveforms are:</a:t>
            </a:r>
          </a:p>
          <a:p>
            <a:pPr marL="344488" algn="just"/>
            <a:r>
              <a:rPr lang="en-US" sz="2800" dirty="0">
                <a:solidFill>
                  <a:srgbClr val="0000FF"/>
                </a:solidFill>
              </a:rPr>
              <a:t> Sine </a:t>
            </a:r>
            <a:r>
              <a:rPr lang="en-US" sz="2800" dirty="0" smtClean="0">
                <a:solidFill>
                  <a:srgbClr val="0000FF"/>
                </a:solidFill>
              </a:rPr>
              <a:t>wave</a:t>
            </a:r>
          </a:p>
          <a:p>
            <a:pPr marL="344488" algn="just"/>
            <a:endParaRPr lang="en-US" sz="2800" dirty="0">
              <a:solidFill>
                <a:srgbClr val="0000FF"/>
              </a:solidFill>
            </a:endParaRPr>
          </a:p>
          <a:p>
            <a:pPr marL="344488" algn="just"/>
            <a:r>
              <a:rPr lang="en-US" sz="2800" dirty="0">
                <a:solidFill>
                  <a:srgbClr val="0000FF"/>
                </a:solidFill>
              </a:rPr>
              <a:t>Square </a:t>
            </a:r>
            <a:r>
              <a:rPr lang="en-US" sz="2800" dirty="0" smtClean="0">
                <a:solidFill>
                  <a:srgbClr val="0000FF"/>
                </a:solidFill>
              </a:rPr>
              <a:t>wave</a:t>
            </a:r>
          </a:p>
          <a:p>
            <a:pPr marL="344488" algn="just"/>
            <a:endParaRPr lang="en-US" sz="2800" dirty="0">
              <a:solidFill>
                <a:srgbClr val="0000FF"/>
              </a:solidFill>
            </a:endParaRPr>
          </a:p>
          <a:p>
            <a:pPr marL="344488" algn="just"/>
            <a:r>
              <a:rPr lang="en-US" sz="2800" dirty="0">
                <a:solidFill>
                  <a:srgbClr val="0000FF"/>
                </a:solidFill>
              </a:rPr>
              <a:t>Triangular wave</a:t>
            </a:r>
          </a:p>
          <a:p>
            <a:pPr marL="344488" algn="just"/>
            <a:endParaRPr lang="en-US" sz="2800" dirty="0">
              <a:solidFill>
                <a:srgbClr val="0000FF"/>
              </a:solidFill>
            </a:endParaRPr>
          </a:p>
          <a:p>
            <a:pPr marL="0" indent="0" algn="just">
              <a:buNone/>
            </a:pPr>
            <a:endParaRPr lang="en-US" sz="2800" dirty="0">
              <a:solidFill>
                <a:srgbClr val="0000FF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2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29000" y="2743200"/>
            <a:ext cx="303847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8989930"/>
              </p:ext>
            </p:extLst>
          </p:nvPr>
        </p:nvGraphicFramePr>
        <p:xfrm>
          <a:off x="3429000" y="3657600"/>
          <a:ext cx="2667000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2559" name="Visio" r:id="rId4" imgW="2134692" imgH="1586130" progId="Visio.Drawing.11">
                  <p:embed/>
                </p:oleObj>
              </mc:Choice>
              <mc:Fallback>
                <p:oleObj name="Visio" r:id="rId4" imgW="2134692" imgH="1586130" progId="Visio.Drawing.11">
                  <p:embed/>
                  <p:pic>
                    <p:nvPicPr>
                      <p:cNvPr id="1658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657600"/>
                        <a:ext cx="2667000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1400" y="4724400"/>
            <a:ext cx="2514600" cy="127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81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FF"/>
                </a:solidFill>
              </a:rPr>
              <a:t>Terminologies In Ac Circuits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488" indent="-344488" algn="just"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Amplitude (peak): </a:t>
            </a:r>
            <a:r>
              <a:rPr lang="en-US" sz="2800" dirty="0"/>
              <a:t>The maximum deviation of the function from its center position</a:t>
            </a:r>
          </a:p>
          <a:p>
            <a:pPr marL="344488" indent="-344488" algn="just"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Cycle: </a:t>
            </a:r>
            <a:r>
              <a:rPr lang="en-US" sz="2800" dirty="0"/>
              <a:t>A repeating portion of a function (wave).</a:t>
            </a:r>
          </a:p>
          <a:p>
            <a:pPr marL="344488" indent="-344488" algn="just"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Period (</a:t>
            </a:r>
            <a:r>
              <a:rPr lang="en-US" sz="2800" i="1" dirty="0">
                <a:solidFill>
                  <a:srgbClr val="0000FF"/>
                </a:solidFill>
              </a:rPr>
              <a:t>T</a:t>
            </a:r>
            <a:r>
              <a:rPr lang="en-US" sz="2800" dirty="0">
                <a:solidFill>
                  <a:srgbClr val="0000FF"/>
                </a:solidFill>
              </a:rPr>
              <a:t>): </a:t>
            </a:r>
            <a:r>
              <a:rPr lang="en-US" sz="2800" dirty="0"/>
              <a:t>The duration of a </a:t>
            </a:r>
            <a:r>
              <a:rPr lang="en-US" sz="2800" dirty="0" smtClean="0"/>
              <a:t>cycle,</a:t>
            </a:r>
            <a:endParaRPr lang="en-US" sz="2800" dirty="0"/>
          </a:p>
          <a:p>
            <a:pPr marL="344488" indent="-344488" algn="just">
              <a:buFont typeface="Wingdings" pitchFamily="2" charset="2"/>
              <a:buChar char="v"/>
            </a:pPr>
            <a:r>
              <a:rPr lang="en-US" sz="2800" dirty="0" smtClean="0">
                <a:solidFill>
                  <a:srgbClr val="0000FF"/>
                </a:solidFill>
              </a:rPr>
              <a:t>Frequency( </a:t>
            </a:r>
            <a:r>
              <a:rPr lang="en-US" sz="2800" i="1" dirty="0" smtClean="0">
                <a:solidFill>
                  <a:srgbClr val="0000FF"/>
                </a:solidFill>
              </a:rPr>
              <a:t>f </a:t>
            </a:r>
            <a:r>
              <a:rPr lang="en-US" sz="2800" dirty="0" smtClean="0">
                <a:solidFill>
                  <a:srgbClr val="0000FF"/>
                </a:solidFill>
              </a:rPr>
              <a:t>): </a:t>
            </a:r>
            <a:r>
              <a:rPr lang="en-US" sz="2800" dirty="0"/>
              <a:t>The inverse of period.</a:t>
            </a:r>
          </a:p>
          <a:p>
            <a:pPr marL="0" indent="0">
              <a:buNone/>
            </a:pPr>
            <a:endParaRPr lang="en-GB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3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6216890"/>
              </p:ext>
            </p:extLst>
          </p:nvPr>
        </p:nvGraphicFramePr>
        <p:xfrm>
          <a:off x="6629400" y="3207656"/>
          <a:ext cx="812800" cy="7547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3604" name="Equation" r:id="rId3" imgW="888840" imgH="825480" progId="Equation.3">
                  <p:embed/>
                </p:oleObj>
              </mc:Choice>
              <mc:Fallback>
                <p:oleObj name="Equation" r:id="rId3" imgW="888840" imgH="825480" progId="Equation.3">
                  <p:embed/>
                  <p:pic>
                    <p:nvPicPr>
                      <p:cNvPr id="14848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3207656"/>
                        <a:ext cx="812800" cy="7547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0588875"/>
              </p:ext>
            </p:extLst>
          </p:nvPr>
        </p:nvGraphicFramePr>
        <p:xfrm>
          <a:off x="2590800" y="3962399"/>
          <a:ext cx="6324599" cy="23582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3605" name="Visio" r:id="rId5" imgW="4863795" imgH="1655503" progId="Visio.Drawing.11">
                  <p:embed/>
                </p:oleObj>
              </mc:Choice>
              <mc:Fallback>
                <p:oleObj name="Visio" r:id="rId5" imgW="4863795" imgH="1655503" progId="Visio.Drawing.11">
                  <p:embed/>
                  <p:pic>
                    <p:nvPicPr>
                      <p:cNvPr id="14848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962399"/>
                        <a:ext cx="6324599" cy="23582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3352800" y="5128440"/>
            <a:ext cx="44390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A                </a:t>
            </a:r>
            <a:r>
              <a:rPr lang="en-US" dirty="0" smtClean="0">
                <a:solidFill>
                  <a:srgbClr val="0000FF"/>
                </a:solidFill>
              </a:rPr>
              <a:t>        B                      </a:t>
            </a:r>
            <a:r>
              <a:rPr lang="en-US" dirty="0">
                <a:solidFill>
                  <a:srgbClr val="0000FF"/>
                </a:solidFill>
              </a:rPr>
              <a:t>C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815426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smtClean="0">
                <a:solidFill>
                  <a:srgbClr val="0000FF"/>
                </a:solidFill>
              </a:rPr>
              <a:t>Average Value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488" indent="-344488" algn="just"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Average value: </a:t>
            </a:r>
            <a:r>
              <a:rPr lang="en-US" sz="2800" dirty="0"/>
              <a:t>The average value of a periodic function is its dc value</a:t>
            </a:r>
            <a:r>
              <a:rPr lang="en-US" sz="2800" dirty="0" smtClean="0"/>
              <a:t>.</a:t>
            </a:r>
            <a:r>
              <a:rPr lang="en-US" sz="2800" dirty="0"/>
              <a:t>	</a:t>
            </a:r>
          </a:p>
          <a:p>
            <a:pPr marL="0" indent="0" algn="just">
              <a:buNone/>
            </a:pPr>
            <a:r>
              <a:rPr lang="en-US" sz="2800" dirty="0"/>
              <a:t>	If 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4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4294483"/>
              </p:ext>
            </p:extLst>
          </p:nvPr>
        </p:nvGraphicFramePr>
        <p:xfrm>
          <a:off x="2743200" y="1828800"/>
          <a:ext cx="22860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4628" name="Equation" r:id="rId3" imgW="506156" imgH="200805" progId="Equation.3">
                  <p:embed/>
                </p:oleObj>
              </mc:Choice>
              <mc:Fallback>
                <p:oleObj name="Equation" r:id="rId3" imgW="506156" imgH="200805" progId="Equation.3">
                  <p:embed/>
                  <p:pic>
                    <p:nvPicPr>
                      <p:cNvPr id="1495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828800"/>
                        <a:ext cx="22860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1817306" y="2710190"/>
            <a:ext cx="9258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4488" indent="-344488" algn="just"/>
            <a:r>
              <a:rPr lang="en-US" sz="2800" dirty="0"/>
              <a:t>Then</a:t>
            </a:r>
          </a:p>
        </p:txBody>
      </p:sp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8845908"/>
              </p:ext>
            </p:extLst>
          </p:nvPr>
        </p:nvGraphicFramePr>
        <p:xfrm>
          <a:off x="2854487" y="3233410"/>
          <a:ext cx="6060913" cy="1159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4629" name="Equation" r:id="rId5" imgW="1897363" imgH="391877" progId="Equation.3">
                  <p:embed/>
                </p:oleObj>
              </mc:Choice>
              <mc:Fallback>
                <p:oleObj name="Equation" r:id="rId5" imgW="1897363" imgH="391877" progId="Equation.3">
                  <p:embed/>
                  <p:pic>
                    <p:nvPicPr>
                      <p:cNvPr id="1495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4487" y="3233410"/>
                        <a:ext cx="6060913" cy="11598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93952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smtClean="0">
                <a:solidFill>
                  <a:srgbClr val="0000FF"/>
                </a:solidFill>
              </a:rPr>
              <a:t>Average Value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03350"/>
            <a:ext cx="10896600" cy="469265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</a:rPr>
              <a:t>The following steps are followed when finding average values  of waveforms: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5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0" y="-17521350"/>
            <a:ext cx="6096000" cy="444429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endParaRPr lang="en-US" sz="2800" dirty="0">
              <a:solidFill>
                <a:srgbClr val="0000FF"/>
              </a:solidFill>
            </a:endParaRPr>
          </a:p>
          <a:p>
            <a:pPr marL="465138" indent="-465138" algn="just">
              <a:buFont typeface="+mj-lt"/>
              <a:buAutoNum type="arabicPeriod"/>
            </a:pPr>
            <a:r>
              <a:rPr lang="en-US" sz="2800" b="1" dirty="0"/>
              <a:t>Identify a cycle of the wave</a:t>
            </a:r>
          </a:p>
          <a:p>
            <a:pPr marL="465138" indent="-465138" algn="just">
              <a:lnSpc>
                <a:spcPct val="270000"/>
              </a:lnSpc>
              <a:buFont typeface="+mj-lt"/>
              <a:buAutoNum type="arabicPeriod"/>
            </a:pPr>
            <a:r>
              <a:rPr lang="en-US" sz="2800" b="1" dirty="0"/>
              <a:t>Note the period</a:t>
            </a:r>
          </a:p>
          <a:p>
            <a:pPr marL="465138" indent="-465138" algn="just">
              <a:lnSpc>
                <a:spcPct val="270000"/>
              </a:lnSpc>
              <a:buFont typeface="+mj-lt"/>
              <a:buAutoNum type="arabicPeriod"/>
            </a:pPr>
            <a:r>
              <a:rPr lang="en-US" sz="2800" b="1" dirty="0"/>
              <a:t>Find the area of the cycle</a:t>
            </a:r>
          </a:p>
          <a:p>
            <a:pPr marL="465138" indent="-465138" algn="just">
              <a:lnSpc>
                <a:spcPct val="270000"/>
              </a:lnSpc>
              <a:buFont typeface="+mj-lt"/>
              <a:buAutoNum type="arabicPeriod"/>
            </a:pPr>
            <a:r>
              <a:rPr lang="en-US" sz="2800" b="1" dirty="0"/>
              <a:t>Divide the area by the period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6800" y="2209800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465138" indent="-465138" algn="just">
              <a:buFont typeface="+mj-lt"/>
              <a:buAutoNum type="arabicPeriod"/>
            </a:pPr>
            <a:r>
              <a:rPr lang="en-US" sz="2800" b="1" dirty="0"/>
              <a:t>Identify a cycle of the wave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6800" y="2283742"/>
            <a:ext cx="6096000" cy="12557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270000"/>
              </a:lnSpc>
            </a:pPr>
            <a:r>
              <a:rPr lang="en-US" sz="2800" b="1" dirty="0" smtClean="0"/>
              <a:t>2.  Note </a:t>
            </a:r>
            <a:r>
              <a:rPr lang="en-US" sz="2800" b="1" dirty="0"/>
              <a:t>the period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6800" y="2862741"/>
            <a:ext cx="6096000" cy="12557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270000"/>
              </a:lnSpc>
            </a:pPr>
            <a:r>
              <a:rPr lang="en-US" sz="2800" b="1" dirty="0" smtClean="0"/>
              <a:t>3.  Find </a:t>
            </a:r>
            <a:r>
              <a:rPr lang="en-US" sz="2800" b="1" dirty="0"/>
              <a:t>the area of the cycle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6800" y="3490605"/>
            <a:ext cx="6096000" cy="12557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270000"/>
              </a:lnSpc>
            </a:pPr>
            <a:r>
              <a:rPr lang="en-US" sz="2800" b="1" dirty="0" smtClean="0"/>
              <a:t>4. Divide </a:t>
            </a:r>
            <a:r>
              <a:rPr lang="en-US" sz="2800" b="1" dirty="0"/>
              <a:t>the area by the period</a:t>
            </a:r>
          </a:p>
        </p:txBody>
      </p:sp>
    </p:spTree>
    <p:extLst>
      <p:ext uri="{BB962C8B-B14F-4D97-AF65-F5344CB8AC3E}">
        <p14:creationId xmlns:p14="http://schemas.microsoft.com/office/powerpoint/2010/main" val="1441151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FF"/>
                </a:solidFill>
              </a:rPr>
              <a:t>Root Mean Square Value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03350"/>
            <a:ext cx="10591800" cy="469265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</a:rPr>
              <a:t>The Root Mean Square (RMS) or Effective value of an alternating quantity </a:t>
            </a:r>
            <a:r>
              <a:rPr lang="en-US" sz="2800" dirty="0"/>
              <a:t>is the value of a direct current which when flowing through a given </a:t>
            </a:r>
            <a:r>
              <a:rPr lang="en-US" sz="2800" dirty="0" smtClean="0"/>
              <a:t>            resistance </a:t>
            </a:r>
            <a:r>
              <a:rPr lang="en-US" sz="2800" dirty="0"/>
              <a:t>for a given time produces the same heat as produced by the </a:t>
            </a:r>
            <a:r>
              <a:rPr lang="en-US" sz="2800" dirty="0" smtClean="0"/>
              <a:t>       alternating  current </a:t>
            </a:r>
            <a:r>
              <a:rPr lang="en-US" sz="2800" dirty="0"/>
              <a:t>when flowing through the same resistance.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6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42703" y="3226455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/>
              <a:t>The </a:t>
            </a:r>
            <a:r>
              <a:rPr lang="en-US" sz="2800" dirty="0">
                <a:solidFill>
                  <a:srgbClr val="0000FF"/>
                </a:solidFill>
              </a:rPr>
              <a:t>RMS</a:t>
            </a:r>
            <a:r>
              <a:rPr lang="en-US" sz="2800" dirty="0"/>
              <a:t> value of an alternating current </a:t>
            </a:r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2964693"/>
              </p:ext>
            </p:extLst>
          </p:nvPr>
        </p:nvGraphicFramePr>
        <p:xfrm>
          <a:off x="6794502" y="3226455"/>
          <a:ext cx="1511298" cy="604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652" name="Equation" r:id="rId3" imgW="506156" imgH="200805" progId="Equation.3">
                  <p:embed/>
                </p:oleObj>
              </mc:Choice>
              <mc:Fallback>
                <p:oleObj name="Equation" r:id="rId3" imgW="506156" imgH="200805" progId="Equation.3">
                  <p:embed/>
                  <p:pic>
                    <p:nvPicPr>
                      <p:cNvPr id="15155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502" y="3226455"/>
                        <a:ext cx="1511298" cy="6045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915400" y="3345845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is</a:t>
            </a:r>
            <a:endParaRPr lang="en-US" sz="2800" dirty="0"/>
          </a:p>
        </p:txBody>
      </p:sp>
      <p:graphicFrame>
        <p:nvGraphicFramePr>
          <p:cNvPr id="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3275276"/>
              </p:ext>
            </p:extLst>
          </p:nvPr>
        </p:nvGraphicFramePr>
        <p:xfrm>
          <a:off x="2133600" y="4296837"/>
          <a:ext cx="7620000" cy="134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653" name="Equation" r:id="rId5" imgW="5613120" imgH="990360" progId="Equation.3">
                  <p:embed/>
                </p:oleObj>
              </mc:Choice>
              <mc:Fallback>
                <p:oleObj name="Equation" r:id="rId5" imgW="5613120" imgH="990360" progId="Equation.3">
                  <p:embed/>
                  <p:pic>
                    <p:nvPicPr>
                      <p:cNvPr id="15155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296837"/>
                        <a:ext cx="7620000" cy="134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82554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FF"/>
                </a:solidFill>
              </a:rPr>
              <a:t>Root Mean Square Value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</a:rPr>
              <a:t>The following steps are taken when finding the RMS value of a </a:t>
            </a:r>
            <a:r>
              <a:rPr lang="en-US" sz="2800" dirty="0" smtClean="0">
                <a:solidFill>
                  <a:srgbClr val="0000FF"/>
                </a:solidFill>
              </a:rPr>
              <a:t>waveform</a:t>
            </a:r>
            <a:endParaRPr lang="en-US" sz="2800" dirty="0"/>
          </a:p>
          <a:p>
            <a:pPr marL="465138" lvl="0" indent="-465138" algn="just" fontAlgn="auto" latinLnBrk="0">
              <a:lnSpc>
                <a:spcPct val="170000"/>
              </a:lnSpc>
              <a:spcAft>
                <a:spcPts val="0"/>
              </a:spcAft>
              <a:buFont typeface="+mj-lt"/>
              <a:buAutoNum type="arabicPeriod"/>
            </a:pPr>
            <a:r>
              <a:rPr kumimoji="0" lang="en-US" sz="2400" b="1" kern="1200" dirty="0">
                <a:solidFill>
                  <a:prstClr val="black"/>
                </a:solidFill>
                <a:latin typeface="+mn-lt"/>
              </a:rPr>
              <a:t>Identify a cycle of the waveform</a:t>
            </a:r>
          </a:p>
          <a:p>
            <a:pPr marL="465138" lvl="0" indent="-465138" algn="just" fontAlgn="auto" latinLnBrk="0">
              <a:lnSpc>
                <a:spcPct val="170000"/>
              </a:lnSpc>
              <a:spcAft>
                <a:spcPts val="0"/>
              </a:spcAft>
              <a:buFont typeface="+mj-lt"/>
              <a:buAutoNum type="arabicPeriod"/>
            </a:pPr>
            <a:r>
              <a:rPr kumimoji="0" lang="en-US" sz="2400" b="1" kern="1200" dirty="0">
                <a:solidFill>
                  <a:prstClr val="black"/>
                </a:solidFill>
                <a:latin typeface="+mn-lt"/>
              </a:rPr>
              <a:t>Note the period</a:t>
            </a:r>
          </a:p>
          <a:p>
            <a:pPr marL="465138" lvl="0" indent="-465138" algn="just" fontAlgn="auto" latinLnBrk="0">
              <a:lnSpc>
                <a:spcPct val="170000"/>
              </a:lnSpc>
              <a:spcAft>
                <a:spcPts val="0"/>
              </a:spcAft>
              <a:buFont typeface="+mj-lt"/>
              <a:buAutoNum type="arabicPeriod"/>
            </a:pPr>
            <a:r>
              <a:rPr kumimoji="0" lang="en-US" sz="2400" b="1" kern="1200" dirty="0">
                <a:solidFill>
                  <a:prstClr val="black"/>
                </a:solidFill>
                <a:latin typeface="+mn-lt"/>
              </a:rPr>
              <a:t>Square the cycle</a:t>
            </a:r>
          </a:p>
          <a:p>
            <a:pPr marL="465138" lvl="0" indent="-465138" algn="just" fontAlgn="auto" latinLnBrk="0">
              <a:lnSpc>
                <a:spcPct val="170000"/>
              </a:lnSpc>
              <a:spcAft>
                <a:spcPts val="0"/>
              </a:spcAft>
              <a:buFont typeface="+mj-lt"/>
              <a:buAutoNum type="arabicPeriod"/>
            </a:pPr>
            <a:r>
              <a:rPr kumimoji="0" lang="en-US" sz="2400" b="1" kern="1200" dirty="0">
                <a:solidFill>
                  <a:prstClr val="black"/>
                </a:solidFill>
                <a:latin typeface="+mn-lt"/>
              </a:rPr>
              <a:t>Find the area under the squared cycle</a:t>
            </a:r>
          </a:p>
          <a:p>
            <a:pPr marL="465138" lvl="0" indent="-465138" algn="just" fontAlgn="auto" latinLnBrk="0">
              <a:lnSpc>
                <a:spcPct val="170000"/>
              </a:lnSpc>
              <a:spcAft>
                <a:spcPts val="0"/>
              </a:spcAft>
              <a:buFont typeface="+mj-lt"/>
              <a:buAutoNum type="arabicPeriod"/>
            </a:pPr>
            <a:r>
              <a:rPr kumimoji="0" lang="en-US" sz="2400" b="1" kern="1200" dirty="0">
                <a:solidFill>
                  <a:prstClr val="black"/>
                </a:solidFill>
                <a:latin typeface="+mn-lt"/>
              </a:rPr>
              <a:t>Divide the area by the period</a:t>
            </a:r>
          </a:p>
          <a:p>
            <a:pPr marL="465138" lvl="0" indent="-465138" algn="just" fontAlgn="auto" latinLnBrk="0">
              <a:lnSpc>
                <a:spcPct val="170000"/>
              </a:lnSpc>
              <a:spcAft>
                <a:spcPts val="0"/>
              </a:spcAft>
              <a:buFont typeface="+mj-lt"/>
              <a:buAutoNum type="arabicPeriod"/>
            </a:pPr>
            <a:r>
              <a:rPr kumimoji="0" lang="en-US" sz="2400" b="1" kern="1200" dirty="0">
                <a:solidFill>
                  <a:prstClr val="black"/>
                </a:solidFill>
                <a:latin typeface="+mn-lt"/>
              </a:rPr>
              <a:t>Take the square root of the result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7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48000" y="-22987462"/>
            <a:ext cx="6096000" cy="5219891"/>
          </a:xfrm>
          <a:prstGeom prst="rect">
            <a:avLst/>
          </a:prstGeom>
        </p:spPr>
        <p:txBody>
          <a:bodyPr>
            <a:spAutoFit/>
          </a:bodyPr>
          <a:lstStyle/>
          <a:p>
            <a:pPr marL="465138" indent="-465138" algn="just">
              <a:lnSpc>
                <a:spcPct val="170000"/>
              </a:lnSpc>
              <a:buFont typeface="+mj-lt"/>
              <a:buAutoNum type="arabicPeriod"/>
            </a:pPr>
            <a:r>
              <a:rPr lang="en-US" sz="2800" b="1" dirty="0"/>
              <a:t>Identify a cycle of the waveform</a:t>
            </a:r>
          </a:p>
          <a:p>
            <a:pPr marL="465138" indent="-465138" algn="just">
              <a:lnSpc>
                <a:spcPct val="170000"/>
              </a:lnSpc>
              <a:buFont typeface="+mj-lt"/>
              <a:buAutoNum type="arabicPeriod"/>
            </a:pPr>
            <a:r>
              <a:rPr lang="en-US" sz="2800" b="1" dirty="0"/>
              <a:t>Note the period</a:t>
            </a:r>
          </a:p>
          <a:p>
            <a:pPr marL="465138" indent="-465138" algn="just">
              <a:lnSpc>
                <a:spcPct val="170000"/>
              </a:lnSpc>
              <a:buFont typeface="+mj-lt"/>
              <a:buAutoNum type="arabicPeriod"/>
            </a:pPr>
            <a:r>
              <a:rPr lang="en-US" sz="2800" b="1" dirty="0"/>
              <a:t>Square the cycle</a:t>
            </a:r>
          </a:p>
          <a:p>
            <a:pPr marL="465138" indent="-465138" algn="just">
              <a:lnSpc>
                <a:spcPct val="170000"/>
              </a:lnSpc>
              <a:buFont typeface="+mj-lt"/>
              <a:buAutoNum type="arabicPeriod"/>
            </a:pPr>
            <a:r>
              <a:rPr lang="en-US" sz="2800" b="1" dirty="0"/>
              <a:t>Find the area under the squared cycle</a:t>
            </a:r>
          </a:p>
          <a:p>
            <a:pPr marL="465138" indent="-465138" algn="just">
              <a:lnSpc>
                <a:spcPct val="170000"/>
              </a:lnSpc>
              <a:buFont typeface="+mj-lt"/>
              <a:buAutoNum type="arabicPeriod"/>
            </a:pPr>
            <a:r>
              <a:rPr lang="en-US" sz="2800" b="1" dirty="0"/>
              <a:t>Divide the area by the period</a:t>
            </a:r>
          </a:p>
          <a:p>
            <a:pPr marL="465138" indent="-465138" algn="just">
              <a:lnSpc>
                <a:spcPct val="170000"/>
              </a:lnSpc>
              <a:buFont typeface="+mj-lt"/>
              <a:buAutoNum type="arabicPeriod"/>
            </a:pPr>
            <a:r>
              <a:rPr lang="en-US" sz="2800" b="1" dirty="0"/>
              <a:t>Take the square root of the result</a:t>
            </a:r>
          </a:p>
        </p:txBody>
      </p:sp>
    </p:spTree>
    <p:extLst>
      <p:ext uri="{BB962C8B-B14F-4D97-AF65-F5344CB8AC3E}">
        <p14:creationId xmlns:p14="http://schemas.microsoft.com/office/powerpoint/2010/main" val="2684623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FF"/>
                </a:solidFill>
              </a:rPr>
              <a:t> Root Mean Square and Average Value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2800" dirty="0">
                <a:solidFill>
                  <a:srgbClr val="0000FF"/>
                </a:solidFill>
              </a:rPr>
              <a:t>Example 1</a:t>
            </a:r>
          </a:p>
          <a:p>
            <a:pPr marL="0" indent="0" algn="just">
              <a:buNone/>
            </a:pPr>
            <a:r>
              <a:rPr lang="en-US" sz="2800" dirty="0"/>
              <a:t>Find the average and </a:t>
            </a:r>
            <a:r>
              <a:rPr lang="en-US" sz="2800" dirty="0" err="1"/>
              <a:t>rms</a:t>
            </a:r>
            <a:r>
              <a:rPr lang="en-US" sz="2800" dirty="0"/>
              <a:t> values of the waveform below.</a:t>
            </a:r>
          </a:p>
          <a:p>
            <a:pPr algn="just"/>
            <a:endParaRPr lang="en-US" sz="96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8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8513912"/>
              </p:ext>
            </p:extLst>
          </p:nvPr>
        </p:nvGraphicFramePr>
        <p:xfrm>
          <a:off x="1276531" y="2286000"/>
          <a:ext cx="6876869" cy="17664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678" name="Visio" r:id="rId3" imgW="4873372" imgH="1659800" progId="Visio.Drawing.11">
                  <p:embed/>
                </p:oleObj>
              </mc:Choice>
              <mc:Fallback>
                <p:oleObj name="Visio" r:id="rId3" imgW="4873372" imgH="1659800" progId="Visio.Drawing.11">
                  <p:embed/>
                  <p:pic>
                    <p:nvPicPr>
                      <p:cNvPr id="15360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6531" y="2286000"/>
                        <a:ext cx="6876869" cy="17664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1252582" y="4147136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2800" dirty="0" smtClean="0">
                <a:solidFill>
                  <a:srgbClr val="0000FF"/>
                </a:solidFill>
              </a:rPr>
              <a:t>Average </a:t>
            </a:r>
            <a:r>
              <a:rPr lang="en-US" sz="2800" dirty="0">
                <a:solidFill>
                  <a:srgbClr val="0000FF"/>
                </a:solidFill>
              </a:rPr>
              <a:t>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8219" y="4893617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 marL="465138" algn="just">
              <a:buFont typeface="Wingdings" pitchFamily="2" charset="2"/>
              <a:buChar char="q"/>
            </a:pPr>
            <a:r>
              <a:rPr lang="en-US" sz="2800" dirty="0"/>
              <a:t>Cycle spans from 0 to 4</a:t>
            </a:r>
          </a:p>
          <a:p>
            <a:pPr marL="465138" algn="just">
              <a:buFont typeface="Wingdings" pitchFamily="2" charset="2"/>
              <a:buChar char="q"/>
            </a:pPr>
            <a:r>
              <a:rPr lang="en-US" sz="2800" dirty="0"/>
              <a:t>Period= 4s</a:t>
            </a:r>
          </a:p>
          <a:p>
            <a:pPr marL="465138" algn="just">
              <a:buFont typeface="Wingdings" pitchFamily="2" charset="2"/>
              <a:buChar char="q"/>
            </a:pPr>
            <a:r>
              <a:rPr lang="en-US" sz="2800" dirty="0"/>
              <a:t>Area of cycle</a:t>
            </a:r>
          </a:p>
        </p:txBody>
      </p:sp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1063791"/>
              </p:ext>
            </p:extLst>
          </p:nvPr>
        </p:nvGraphicFramePr>
        <p:xfrm>
          <a:off x="4267200" y="5695700"/>
          <a:ext cx="3363913" cy="5829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679" name="Equation" r:id="rId5" imgW="2705040" imgH="406080" progId="Equation.3">
                  <p:embed/>
                </p:oleObj>
              </mc:Choice>
              <mc:Fallback>
                <p:oleObj name="Equation" r:id="rId5" imgW="2705040" imgH="406080" progId="Equation.3">
                  <p:embed/>
                  <p:pic>
                    <p:nvPicPr>
                      <p:cNvPr id="15360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5695700"/>
                        <a:ext cx="3363913" cy="5829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7730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FF"/>
                </a:solidFill>
              </a:rPr>
              <a:t>Root Mean Square </a:t>
            </a:r>
            <a:r>
              <a:rPr lang="en-US" dirty="0">
                <a:solidFill>
                  <a:srgbClr val="0000FF"/>
                </a:solidFill>
              </a:rPr>
              <a:t>and Average Value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9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4792876"/>
              </p:ext>
            </p:extLst>
          </p:nvPr>
        </p:nvGraphicFramePr>
        <p:xfrm>
          <a:off x="4883150" y="1828800"/>
          <a:ext cx="908049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702" name="Equation" r:id="rId3" imgW="482400" imgH="317160" progId="Equation.3">
                  <p:embed/>
                </p:oleObj>
              </mc:Choice>
              <mc:Fallback>
                <p:oleObj name="Equation" r:id="rId3" imgW="482400" imgH="317160" progId="Equation.3">
                  <p:embed/>
                  <p:pic>
                    <p:nvPicPr>
                      <p:cNvPr id="15360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3150" y="1828800"/>
                        <a:ext cx="908049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2490824"/>
              </p:ext>
            </p:extLst>
          </p:nvPr>
        </p:nvGraphicFramePr>
        <p:xfrm>
          <a:off x="2895600" y="2462349"/>
          <a:ext cx="5491163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703" name="Equation" r:id="rId5" imgW="3517560" imgH="901440" progId="Equation.3">
                  <p:embed/>
                </p:oleObj>
              </mc:Choice>
              <mc:Fallback>
                <p:oleObj name="Equation" r:id="rId5" imgW="3517560" imgH="901440" progId="Equation.3">
                  <p:embed/>
                  <p:pic>
                    <p:nvPicPr>
                      <p:cNvPr id="1546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462349"/>
                        <a:ext cx="5491163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71125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FF"/>
                </a:solidFill>
              </a:rPr>
              <a:t> Root Mean Square Value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 fontAlgn="auto" latinLnBrk="0">
              <a:spcAft>
                <a:spcPts val="0"/>
              </a:spcAft>
              <a:buNone/>
            </a:pPr>
            <a:r>
              <a:rPr kumimoji="0" lang="en-US" sz="2800" kern="1200" dirty="0">
                <a:solidFill>
                  <a:srgbClr val="0000FF"/>
                </a:solidFill>
                <a:latin typeface="+mn-lt"/>
              </a:rPr>
              <a:t>RMS value</a:t>
            </a:r>
          </a:p>
          <a:p>
            <a:pPr marL="465138" lvl="0" indent="0" algn="just" fontAlgn="auto" latinLnBrk="0">
              <a:spcAft>
                <a:spcPts val="0"/>
              </a:spcAft>
            </a:pPr>
            <a:r>
              <a:rPr kumimoji="0" lang="en-US" sz="2800" kern="1200" dirty="0">
                <a:solidFill>
                  <a:prstClr val="black"/>
                </a:solidFill>
                <a:latin typeface="+mn-lt"/>
              </a:rPr>
              <a:t>Cycle spans 0 to 4</a:t>
            </a:r>
          </a:p>
          <a:p>
            <a:pPr marL="465138" lvl="0" indent="0" algn="just" fontAlgn="auto" latinLnBrk="0">
              <a:spcAft>
                <a:spcPts val="0"/>
              </a:spcAft>
            </a:pPr>
            <a:r>
              <a:rPr kumimoji="0" lang="en-US" sz="2800" kern="1200" dirty="0">
                <a:solidFill>
                  <a:prstClr val="black"/>
                </a:solidFill>
                <a:latin typeface="+mn-lt"/>
              </a:rPr>
              <a:t>Period = 4s</a:t>
            </a:r>
          </a:p>
          <a:p>
            <a:pPr marL="465138" lvl="0" indent="0" algn="just" fontAlgn="auto" latinLnBrk="0">
              <a:spcAft>
                <a:spcPts val="0"/>
              </a:spcAft>
            </a:pPr>
            <a:r>
              <a:rPr kumimoji="0" lang="en-US" sz="2800" kern="1200" dirty="0">
                <a:solidFill>
                  <a:prstClr val="black"/>
                </a:solidFill>
                <a:latin typeface="+mn-lt"/>
              </a:rPr>
              <a:t>Squared cycle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10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8918438"/>
              </p:ext>
            </p:extLst>
          </p:nvPr>
        </p:nvGraphicFramePr>
        <p:xfrm>
          <a:off x="4648200" y="1447800"/>
          <a:ext cx="4876800" cy="1504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8781" name="Visio" r:id="rId3" imgW="4863795" imgH="1655503" progId="Visio.Drawing.11">
                  <p:embed/>
                </p:oleObj>
              </mc:Choice>
              <mc:Fallback>
                <p:oleObj name="Visio" r:id="rId3" imgW="4863795" imgH="1655503" progId="Visio.Drawing.11">
                  <p:embed/>
                  <p:pic>
                    <p:nvPicPr>
                      <p:cNvPr id="1556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1447800"/>
                        <a:ext cx="4876800" cy="15040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3495354"/>
              </p:ext>
            </p:extLst>
          </p:nvPr>
        </p:nvGraphicFramePr>
        <p:xfrm>
          <a:off x="9162687" y="1403349"/>
          <a:ext cx="3094037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8782" name="Visio" r:id="rId5" imgW="1875549" imgH="1114286" progId="Visio.Drawing.11">
                  <p:embed/>
                </p:oleObj>
              </mc:Choice>
              <mc:Fallback>
                <p:oleObj name="Visio" r:id="rId5" imgW="1875549" imgH="1114286" progId="Visio.Drawing.11">
                  <p:embed/>
                  <p:pic>
                    <p:nvPicPr>
                      <p:cNvPr id="15565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62687" y="1403349"/>
                        <a:ext cx="3094037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876301" y="4403128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465138" algn="just">
              <a:buFont typeface="Wingdings" pitchFamily="2" charset="2"/>
              <a:buChar char="q"/>
            </a:pPr>
            <a:r>
              <a:rPr lang="en-US" sz="2800" dirty="0"/>
              <a:t>Area covered by squared cycle</a:t>
            </a:r>
          </a:p>
        </p:txBody>
      </p:sp>
      <p:graphicFrame>
        <p:nvGraphicFramePr>
          <p:cNvPr id="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996523"/>
              </p:ext>
            </p:extLst>
          </p:nvPr>
        </p:nvGraphicFramePr>
        <p:xfrm>
          <a:off x="6096000" y="4323291"/>
          <a:ext cx="2771366" cy="52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8783" name="Equation" r:id="rId7" imgW="2057400" imgH="355320" progId="Equation.3">
                  <p:embed/>
                </p:oleObj>
              </mc:Choice>
              <mc:Fallback>
                <p:oleObj name="Equation" r:id="rId7" imgW="2057400" imgH="355320" progId="Equation.3">
                  <p:embed/>
                  <p:pic>
                    <p:nvPicPr>
                      <p:cNvPr id="15565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323291"/>
                        <a:ext cx="2771366" cy="52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914400" y="5386410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465138" algn="just">
              <a:buFont typeface="Wingdings" pitchFamily="2" charset="2"/>
              <a:buChar char="q"/>
            </a:pPr>
            <a:r>
              <a:rPr lang="en-US" sz="2800" dirty="0"/>
              <a:t>Division of area by period</a:t>
            </a:r>
          </a:p>
        </p:txBody>
      </p:sp>
      <p:graphicFrame>
        <p:nvGraphicFramePr>
          <p:cNvPr id="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2043357"/>
              </p:ext>
            </p:extLst>
          </p:nvPr>
        </p:nvGraphicFramePr>
        <p:xfrm>
          <a:off x="6629400" y="5076827"/>
          <a:ext cx="2546350" cy="10191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8784" name="Equation" r:id="rId9" imgW="1612800" imgH="850680" progId="Equation.3">
                  <p:embed/>
                </p:oleObj>
              </mc:Choice>
              <mc:Fallback>
                <p:oleObj name="Equation" r:id="rId9" imgW="1612800" imgH="850680" progId="Equation.3">
                  <p:embed/>
                  <p:pic>
                    <p:nvPicPr>
                      <p:cNvPr id="15565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5076827"/>
                        <a:ext cx="2546350" cy="10191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4625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FF"/>
                </a:solidFill>
              </a:rPr>
              <a:t>Root Mean Square Value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5138" algn="just"/>
            <a:r>
              <a:rPr lang="en-US" sz="2800" dirty="0"/>
              <a:t>Taking square root</a:t>
            </a:r>
          </a:p>
          <a:p>
            <a:pPr marL="465138" algn="just"/>
            <a:endParaRPr lang="en-US" sz="96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11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/>
        </p:nvGraphicFramePr>
        <p:xfrm>
          <a:off x="3124200" y="2133600"/>
          <a:ext cx="6259512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723" name="Equation" r:id="rId3" imgW="2120760" imgH="482400" progId="Equation.3">
                  <p:embed/>
                </p:oleObj>
              </mc:Choice>
              <mc:Fallback>
                <p:oleObj name="Equation" r:id="rId3" imgW="2120760" imgH="482400" progId="Equation.3">
                  <p:embed/>
                  <p:pic>
                    <p:nvPicPr>
                      <p:cNvPr id="15667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133600"/>
                        <a:ext cx="6259512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10400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smtClean="0">
                <a:solidFill>
                  <a:srgbClr val="0000FF"/>
                </a:solidFill>
              </a:rPr>
              <a:t>Root Mean Square Value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 fontAlgn="auto" latinLnBrk="0">
              <a:spcAft>
                <a:spcPts val="0"/>
              </a:spcAft>
              <a:buNone/>
            </a:pPr>
            <a:r>
              <a:rPr kumimoji="0" lang="en-US" sz="2800" kern="1200" dirty="0">
                <a:solidFill>
                  <a:srgbClr val="0000FF"/>
                </a:solidFill>
                <a:latin typeface="Calibri"/>
              </a:rPr>
              <a:t>Example 2</a:t>
            </a:r>
          </a:p>
          <a:p>
            <a:pPr marL="0" lvl="0" indent="0" algn="just" fontAlgn="auto" latinLnBrk="0">
              <a:spcAft>
                <a:spcPts val="0"/>
              </a:spcAft>
              <a:buNone/>
            </a:pPr>
            <a:r>
              <a:rPr kumimoji="0" lang="en-US" sz="2800" b="1" kern="1200" dirty="0">
                <a:solidFill>
                  <a:prstClr val="black"/>
                </a:solidFill>
                <a:latin typeface="Calibri"/>
              </a:rPr>
              <a:t>Calculate the effective value of the voltage below.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12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7670360"/>
              </p:ext>
            </p:extLst>
          </p:nvPr>
        </p:nvGraphicFramePr>
        <p:xfrm>
          <a:off x="1676400" y="2362200"/>
          <a:ext cx="6019800" cy="197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800" name="Visio" r:id="rId3" imgW="2677544" imgH="1212812" progId="Visio.Drawing.11">
                  <p:embed/>
                </p:oleObj>
              </mc:Choice>
              <mc:Fallback>
                <p:oleObj name="Visio" r:id="rId3" imgW="2677544" imgH="1212812" progId="Visio.Drawing.11">
                  <p:embed/>
                  <p:pic>
                    <p:nvPicPr>
                      <p:cNvPr id="15770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362200"/>
                        <a:ext cx="6019800" cy="197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1066800" y="4099062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2800" dirty="0">
                <a:solidFill>
                  <a:srgbClr val="0000FF"/>
                </a:solidFill>
              </a:rPr>
              <a:t>Solution</a:t>
            </a:r>
          </a:p>
          <a:p>
            <a:pPr algn="just">
              <a:buFont typeface="Wingdings" pitchFamily="2" charset="2"/>
              <a:buChar char="q"/>
            </a:pPr>
            <a:r>
              <a:rPr lang="en-US" sz="2800" dirty="0">
                <a:solidFill>
                  <a:srgbClr val="0000FF"/>
                </a:solidFill>
              </a:rPr>
              <a:t>Cycle spans from 0 to 2</a:t>
            </a:r>
            <a:r>
              <a:rPr lang="el-GR" sz="2800" dirty="0">
                <a:solidFill>
                  <a:srgbClr val="0000FF"/>
                </a:solidFill>
              </a:rPr>
              <a:t>π</a:t>
            </a:r>
            <a:endParaRPr lang="en-US" sz="2800" dirty="0">
              <a:solidFill>
                <a:srgbClr val="0000FF"/>
              </a:solidFill>
            </a:endParaRPr>
          </a:p>
          <a:p>
            <a:pPr algn="just">
              <a:buFont typeface="Wingdings" pitchFamily="2" charset="2"/>
              <a:buChar char="q"/>
            </a:pPr>
            <a:r>
              <a:rPr lang="en-US" sz="2800" dirty="0">
                <a:solidFill>
                  <a:srgbClr val="0000FF"/>
                </a:solidFill>
              </a:rPr>
              <a:t>Area of sine part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1435468"/>
              </p:ext>
            </p:extLst>
          </p:nvPr>
        </p:nvGraphicFramePr>
        <p:xfrm>
          <a:off x="4354286" y="4599368"/>
          <a:ext cx="6150429" cy="1069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801" name="Equation" r:id="rId5" imgW="2698777" imgH="429731" progId="Equation.3">
                  <p:embed/>
                </p:oleObj>
              </mc:Choice>
              <mc:Fallback>
                <p:oleObj name="Equation" r:id="rId5" imgW="2698777" imgH="429731" progId="Equation.3">
                  <p:embed/>
                  <p:pic>
                    <p:nvPicPr>
                      <p:cNvPr id="15770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4286" y="4599368"/>
                        <a:ext cx="6150429" cy="1069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797900"/>
              </p:ext>
            </p:extLst>
          </p:nvPr>
        </p:nvGraphicFramePr>
        <p:xfrm>
          <a:off x="6248400" y="5321251"/>
          <a:ext cx="1527175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802" name="Equation" r:id="rId7" imgW="1041120" imgH="888840" progId="Equation.3">
                  <p:embed/>
                </p:oleObj>
              </mc:Choice>
              <mc:Fallback>
                <p:oleObj name="Equation" r:id="rId7" imgW="1041120" imgH="888840" progId="Equation.3">
                  <p:embed/>
                  <p:pic>
                    <p:nvPicPr>
                      <p:cNvPr id="15770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5321251"/>
                        <a:ext cx="1527175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44535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FF"/>
                </a:solidFill>
              </a:rPr>
              <a:t> Root Mean Square Value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 fontAlgn="auto" latinLnBrk="0">
              <a:spcAft>
                <a:spcPts val="0"/>
              </a:spcAft>
              <a:buNone/>
            </a:pPr>
            <a:r>
              <a:rPr kumimoji="0" lang="en-US" sz="2800" kern="1200" dirty="0">
                <a:solidFill>
                  <a:srgbClr val="0000FF"/>
                </a:solidFill>
                <a:latin typeface="Calibri"/>
              </a:rPr>
              <a:t>Area of triangular part</a:t>
            </a:r>
          </a:p>
          <a:p>
            <a:pPr marL="0" lvl="0" indent="0" algn="just" fontAlgn="auto" latinLnBrk="0">
              <a:spcAft>
                <a:spcPts val="0"/>
              </a:spcAft>
              <a:buNone/>
            </a:pPr>
            <a:endParaRPr kumimoji="0" lang="en-US" sz="2800" kern="1200" dirty="0">
              <a:solidFill>
                <a:srgbClr val="0000FF"/>
              </a:solidFill>
              <a:latin typeface="Calibri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13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8072344"/>
              </p:ext>
            </p:extLst>
          </p:nvPr>
        </p:nvGraphicFramePr>
        <p:xfrm>
          <a:off x="4724400" y="1371600"/>
          <a:ext cx="3581400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849" name="Visio" r:id="rId3" imgW="2677544" imgH="1212812" progId="Visio.Drawing.11">
                  <p:embed/>
                </p:oleObj>
              </mc:Choice>
              <mc:Fallback>
                <p:oleObj name="Visio" r:id="rId3" imgW="2677544" imgH="1212812" progId="Visio.Drawing.11">
                  <p:embed/>
                  <p:pic>
                    <p:nvPicPr>
                      <p:cNvPr id="15872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371600"/>
                        <a:ext cx="3581400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5830563"/>
              </p:ext>
            </p:extLst>
          </p:nvPr>
        </p:nvGraphicFramePr>
        <p:xfrm>
          <a:off x="1447799" y="2725237"/>
          <a:ext cx="6019801" cy="1280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850" name="Equation" r:id="rId5" imgW="2604684" imgH="544374" progId="Equation.3">
                  <p:embed/>
                </p:oleObj>
              </mc:Choice>
              <mc:Fallback>
                <p:oleObj name="Equation" r:id="rId5" imgW="2604684" imgH="544374" progId="Equation.3">
                  <p:embed/>
                  <p:pic>
                    <p:nvPicPr>
                      <p:cNvPr id="1587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799" y="2725237"/>
                        <a:ext cx="6019801" cy="12800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940526" y="3984636"/>
            <a:ext cx="17125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 dirty="0">
                <a:solidFill>
                  <a:srgbClr val="0000FF"/>
                </a:solidFill>
              </a:rPr>
              <a:t>Total area: 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7450138"/>
              </p:ext>
            </p:extLst>
          </p:nvPr>
        </p:nvGraphicFramePr>
        <p:xfrm>
          <a:off x="2923049" y="4005263"/>
          <a:ext cx="5077950" cy="8903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851" name="Equation" r:id="rId7" imgW="3009600" imgH="850680" progId="Equation.3">
                  <p:embed/>
                </p:oleObj>
              </mc:Choice>
              <mc:Fallback>
                <p:oleObj name="Equation" r:id="rId7" imgW="3009600" imgH="850680" progId="Equation.3">
                  <p:embed/>
                  <p:pic>
                    <p:nvPicPr>
                      <p:cNvPr id="15872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3049" y="4005263"/>
                        <a:ext cx="5077950" cy="8903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/>
          <p:nvPr/>
        </p:nvSpPr>
        <p:spPr>
          <a:xfrm>
            <a:off x="914400" y="4562359"/>
            <a:ext cx="1269899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 dirty="0">
                <a:solidFill>
                  <a:srgbClr val="0000FF"/>
                </a:solidFill>
              </a:rPr>
              <a:t>Mean</a:t>
            </a:r>
            <a:r>
              <a:rPr lang="en-US" sz="9600" dirty="0">
                <a:solidFill>
                  <a:srgbClr val="0000FF"/>
                </a:solidFill>
              </a:rPr>
              <a:t> </a:t>
            </a: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6695443"/>
              </p:ext>
            </p:extLst>
          </p:nvPr>
        </p:nvGraphicFramePr>
        <p:xfrm>
          <a:off x="2923048" y="4998294"/>
          <a:ext cx="3401483" cy="11697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852" name="Equation" r:id="rId9" imgW="2298600" imgH="1218960" progId="Equation.3">
                  <p:embed/>
                </p:oleObj>
              </mc:Choice>
              <mc:Fallback>
                <p:oleObj name="Equation" r:id="rId9" imgW="2298600" imgH="1218960" progId="Equation.3">
                  <p:embed/>
                  <p:pic>
                    <p:nvPicPr>
                      <p:cNvPr id="15872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3048" y="4998294"/>
                        <a:ext cx="3401483" cy="11697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9296796"/>
              </p:ext>
            </p:extLst>
          </p:nvPr>
        </p:nvGraphicFramePr>
        <p:xfrm>
          <a:off x="9652000" y="4075113"/>
          <a:ext cx="987425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853" name="Уравнение" r:id="rId11" imgW="583920" imgH="419040" progId="Equation.3">
                  <p:embed/>
                </p:oleObj>
              </mc:Choice>
              <mc:Fallback>
                <p:oleObj name="Уравнение" r:id="rId11" imgW="583920" imgH="419040" progId="Equation.3">
                  <p:embed/>
                  <p:pic>
                    <p:nvPicPr>
                      <p:cNvPr id="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2000" y="4075113"/>
                        <a:ext cx="987425" cy="715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27240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smtClean="0">
                <a:solidFill>
                  <a:srgbClr val="0000FF"/>
                </a:solidFill>
              </a:rPr>
              <a:t>Root Mean Square Value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463" y="1403350"/>
            <a:ext cx="10363200" cy="4692650"/>
          </a:xfrm>
        </p:spPr>
        <p:txBody>
          <a:bodyPr/>
          <a:lstStyle/>
          <a:p>
            <a:pPr marL="0" indent="0">
              <a:buNone/>
            </a:pPr>
            <a:endParaRPr lang="en-US" sz="2800" dirty="0" smtClean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sz="2800" dirty="0" smtClean="0">
                <a:solidFill>
                  <a:srgbClr val="0000FF"/>
                </a:solidFill>
              </a:rPr>
              <a:t>RMS </a:t>
            </a:r>
            <a:r>
              <a:rPr lang="en-US" sz="2800" dirty="0">
                <a:solidFill>
                  <a:srgbClr val="0000FF"/>
                </a:solidFill>
              </a:rPr>
              <a:t>value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14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3651679"/>
              </p:ext>
            </p:extLst>
          </p:nvPr>
        </p:nvGraphicFramePr>
        <p:xfrm>
          <a:off x="2971800" y="1390287"/>
          <a:ext cx="5535613" cy="1600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2817" name="Equation" r:id="rId3" imgW="2616120" imgH="876240" progId="Equation.3">
                  <p:embed/>
                </p:oleObj>
              </mc:Choice>
              <mc:Fallback>
                <p:oleObj name="Equation" r:id="rId3" imgW="2616120" imgH="876240" progId="Equation.3">
                  <p:embed/>
                  <p:pic>
                    <p:nvPicPr>
                      <p:cNvPr id="15975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390287"/>
                        <a:ext cx="5535613" cy="16001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4029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smtClean="0">
                <a:solidFill>
                  <a:srgbClr val="0000FF"/>
                </a:solidFill>
              </a:rPr>
              <a:t>Sinusoidal Voltages And Current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 fontAlgn="auto" latinLnBrk="0">
              <a:spcAft>
                <a:spcPts val="0"/>
              </a:spcAft>
              <a:buNone/>
            </a:pPr>
            <a:r>
              <a:rPr kumimoji="0" lang="en-US" sz="2800" kern="1200" dirty="0">
                <a:solidFill>
                  <a:srgbClr val="0000FF"/>
                </a:solidFill>
                <a:latin typeface="Calibri"/>
              </a:rPr>
              <a:t>Voltages and currents of commercial ac generators have the following </a:t>
            </a:r>
            <a:r>
              <a:rPr kumimoji="0" lang="en-US" sz="2800" kern="1200" dirty="0" smtClean="0">
                <a:solidFill>
                  <a:srgbClr val="0000FF"/>
                </a:solidFill>
                <a:latin typeface="Calibri"/>
              </a:rPr>
              <a:t>expressions:</a:t>
            </a:r>
            <a:endParaRPr kumimoji="0" lang="en-US" sz="2800" kern="1200" dirty="0">
              <a:solidFill>
                <a:srgbClr val="0000FF"/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15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0924347"/>
              </p:ext>
            </p:extLst>
          </p:nvPr>
        </p:nvGraphicFramePr>
        <p:xfrm>
          <a:off x="2536019" y="2441241"/>
          <a:ext cx="2340781" cy="592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3925" name="Equation" r:id="rId3" imgW="1726920" imgH="431640" progId="Equation.3">
                  <p:embed/>
                </p:oleObj>
              </mc:Choice>
              <mc:Fallback>
                <p:oleObj name="Equation" r:id="rId3" imgW="1726920" imgH="431640" progId="Equation.3">
                  <p:embed/>
                  <p:pic>
                    <p:nvPicPr>
                      <p:cNvPr id="16077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6019" y="2441241"/>
                        <a:ext cx="2340781" cy="5927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5404508" y="2488733"/>
            <a:ext cx="4876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 dirty="0">
                <a:solidFill>
                  <a:srgbClr val="0000FF"/>
                </a:solidFill>
              </a:rPr>
              <a:t>or</a:t>
            </a:r>
          </a:p>
        </p:txBody>
      </p:sp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864861"/>
              </p:ext>
            </p:extLst>
          </p:nvPr>
        </p:nvGraphicFramePr>
        <p:xfrm>
          <a:off x="6248400" y="2467038"/>
          <a:ext cx="2634275" cy="58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3926" name="Equation" r:id="rId5" imgW="1955520" imgH="431640" progId="Equation.3">
                  <p:embed/>
                </p:oleObj>
              </mc:Choice>
              <mc:Fallback>
                <p:oleObj name="Equation" r:id="rId5" imgW="1955520" imgH="431640" progId="Equation.3">
                  <p:embed/>
                  <p:pic>
                    <p:nvPicPr>
                      <p:cNvPr id="16077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2467038"/>
                        <a:ext cx="2634275" cy="58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7761413"/>
              </p:ext>
            </p:extLst>
          </p:nvPr>
        </p:nvGraphicFramePr>
        <p:xfrm>
          <a:off x="2286000" y="3311204"/>
          <a:ext cx="609601" cy="574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3927" name="Equation" r:id="rId7" imgW="342720" imgH="431640" progId="Equation.3">
                  <p:embed/>
                </p:oleObj>
              </mc:Choice>
              <mc:Fallback>
                <p:oleObj name="Equation" r:id="rId7" imgW="342720" imgH="431640" progId="Equation.3">
                  <p:embed/>
                  <p:pic>
                    <p:nvPicPr>
                      <p:cNvPr id="16077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311204"/>
                        <a:ext cx="609601" cy="5749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5546056"/>
              </p:ext>
            </p:extLst>
          </p:nvPr>
        </p:nvGraphicFramePr>
        <p:xfrm>
          <a:off x="2133600" y="3962400"/>
          <a:ext cx="529431" cy="5450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3928" name="Equation" r:id="rId9" imgW="279360" imgH="393480" progId="Equation.3">
                  <p:embed/>
                </p:oleObj>
              </mc:Choice>
              <mc:Fallback>
                <p:oleObj name="Equation" r:id="rId9" imgW="279360" imgH="393480" progId="Equation.3">
                  <p:embed/>
                  <p:pic>
                    <p:nvPicPr>
                      <p:cNvPr id="16077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962400"/>
                        <a:ext cx="529431" cy="5450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5031343"/>
              </p:ext>
            </p:extLst>
          </p:nvPr>
        </p:nvGraphicFramePr>
        <p:xfrm>
          <a:off x="2133600" y="4495800"/>
          <a:ext cx="395894" cy="3470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3929" name="Equation" r:id="rId11" imgW="279360" imgH="241200" progId="Equation.3">
                  <p:embed/>
                </p:oleObj>
              </mc:Choice>
              <mc:Fallback>
                <p:oleObj name="Equation" r:id="rId11" imgW="279360" imgH="241200" progId="Equation.3">
                  <p:embed/>
                  <p:pic>
                    <p:nvPicPr>
                      <p:cNvPr id="16077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495800"/>
                        <a:ext cx="395894" cy="3470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/>
          <p:nvPr/>
        </p:nvSpPr>
        <p:spPr>
          <a:xfrm>
            <a:off x="2895601" y="3390625"/>
            <a:ext cx="8991599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rgbClr val="0000FF"/>
                </a:solidFill>
              </a:rPr>
              <a:t>is the peak </a:t>
            </a:r>
            <a:r>
              <a:rPr lang="en-US" sz="2800" dirty="0" smtClean="0">
                <a:solidFill>
                  <a:srgbClr val="0000FF"/>
                </a:solidFill>
              </a:rPr>
              <a:t>voltage</a:t>
            </a:r>
          </a:p>
          <a:p>
            <a:pPr lvl="0" algn="just">
              <a:spcBef>
                <a:spcPct val="20000"/>
              </a:spcBef>
            </a:pPr>
            <a:r>
              <a:rPr lang="en-US" sz="2800" dirty="0" smtClean="0">
                <a:solidFill>
                  <a:srgbClr val="0000FF"/>
                </a:solidFill>
              </a:rPr>
              <a:t>is </a:t>
            </a:r>
            <a:r>
              <a:rPr lang="en-US" sz="2800" dirty="0">
                <a:solidFill>
                  <a:srgbClr val="0000FF"/>
                </a:solidFill>
              </a:rPr>
              <a:t>the frequency in Hz</a:t>
            </a:r>
          </a:p>
          <a:p>
            <a:pPr lvl="0" algn="just">
              <a:spcBef>
                <a:spcPct val="20000"/>
              </a:spcBef>
            </a:pPr>
            <a:r>
              <a:rPr lang="en-US" sz="2800" dirty="0" smtClean="0">
                <a:solidFill>
                  <a:srgbClr val="0000FF"/>
                </a:solidFill>
              </a:rPr>
              <a:t>Is </a:t>
            </a:r>
            <a:r>
              <a:rPr lang="en-US" sz="2800" dirty="0">
                <a:solidFill>
                  <a:srgbClr val="0000FF"/>
                </a:solidFill>
              </a:rPr>
              <a:t>the angular frequency in radian </a:t>
            </a:r>
            <a:r>
              <a:rPr lang="en-US" sz="2800" dirty="0" smtClean="0">
                <a:solidFill>
                  <a:srgbClr val="0000FF"/>
                </a:solidFill>
              </a:rPr>
              <a:t>per second. </a:t>
            </a:r>
          </a:p>
          <a:p>
            <a:pPr lvl="0" algn="just">
              <a:spcBef>
                <a:spcPct val="20000"/>
              </a:spcBef>
            </a:pPr>
            <a:r>
              <a:rPr lang="en-US" sz="2800" dirty="0" smtClean="0">
                <a:solidFill>
                  <a:srgbClr val="0000FF"/>
                </a:solidFill>
              </a:rPr>
              <a:t>It specifies </a:t>
            </a:r>
            <a:r>
              <a:rPr lang="en-US" sz="2800" dirty="0">
                <a:solidFill>
                  <a:srgbClr val="0000FF"/>
                </a:solidFill>
              </a:rPr>
              <a:t>how many </a:t>
            </a:r>
            <a:r>
              <a:rPr lang="en-US" sz="2800" dirty="0" smtClean="0">
                <a:solidFill>
                  <a:srgbClr val="0000FF"/>
                </a:solidFill>
              </a:rPr>
              <a:t>oscillations occur </a:t>
            </a:r>
            <a:r>
              <a:rPr lang="en-US" sz="2800" dirty="0">
                <a:solidFill>
                  <a:srgbClr val="0000FF"/>
                </a:solidFill>
              </a:rPr>
              <a:t>in a unit time interval</a:t>
            </a:r>
          </a:p>
          <a:p>
            <a:pPr lvl="0" algn="just">
              <a:spcBef>
                <a:spcPct val="20000"/>
              </a:spcBef>
            </a:pPr>
            <a:r>
              <a:rPr lang="en-US" sz="9600" dirty="0">
                <a:solidFill>
                  <a:srgbClr val="0000FF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367593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FF"/>
                </a:solidFill>
              </a:rPr>
              <a:t>Sinusoidal Voltages And Current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16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Content Placeholder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9837627"/>
              </p:ext>
            </p:extLst>
          </p:nvPr>
        </p:nvGraphicFramePr>
        <p:xfrm>
          <a:off x="2181622" y="1688062"/>
          <a:ext cx="2057400" cy="665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4918" name="Equation" r:id="rId3" imgW="1650960" imgH="431640" progId="Equation.3">
                  <p:embed/>
                </p:oleObj>
              </mc:Choice>
              <mc:Fallback>
                <p:oleObj name="Equation" r:id="rId3" imgW="1650960" imgH="431640" progId="Equation.3">
                  <p:embed/>
                  <p:pic>
                    <p:nvPicPr>
                      <p:cNvPr id="16077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1622" y="1688062"/>
                        <a:ext cx="2057400" cy="6656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1382" y="1697903"/>
            <a:ext cx="3112807" cy="7228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95834" y="1696608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accent2"/>
                </a:solidFill>
              </a:rPr>
              <a:t>or</a:t>
            </a:r>
            <a:endParaRPr lang="en-US" sz="3200" dirty="0">
              <a:solidFill>
                <a:schemeClr val="accent2"/>
              </a:solidFill>
            </a:endParaRPr>
          </a:p>
        </p:txBody>
      </p:sp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5513753"/>
              </p:ext>
            </p:extLst>
          </p:nvPr>
        </p:nvGraphicFramePr>
        <p:xfrm>
          <a:off x="1831578" y="3026238"/>
          <a:ext cx="70008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4919" name="Equation" r:id="rId6" imgW="330120" imgH="431640" progId="Equation.3">
                  <p:embed/>
                </p:oleObj>
              </mc:Choice>
              <mc:Fallback>
                <p:oleObj name="Equation" r:id="rId6" imgW="330120" imgH="431640" progId="Equation.3">
                  <p:embed/>
                  <p:pic>
                    <p:nvPicPr>
                      <p:cNvPr id="16077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1578" y="3026238"/>
                        <a:ext cx="700088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6530790"/>
              </p:ext>
            </p:extLst>
          </p:nvPr>
        </p:nvGraphicFramePr>
        <p:xfrm>
          <a:off x="1676400" y="3968738"/>
          <a:ext cx="59213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4920" name="Equation" r:id="rId8" imgW="279360" imgH="393480" progId="Equation.3">
                  <p:embed/>
                </p:oleObj>
              </mc:Choice>
              <mc:Fallback>
                <p:oleObj name="Equation" r:id="rId8" imgW="279360" imgH="393480" progId="Equation.3">
                  <p:embed/>
                  <p:pic>
                    <p:nvPicPr>
                      <p:cNvPr id="16077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968738"/>
                        <a:ext cx="592138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5584219"/>
              </p:ext>
            </p:extLst>
          </p:nvPr>
        </p:nvGraphicFramePr>
        <p:xfrm>
          <a:off x="1676400" y="4876468"/>
          <a:ext cx="439738" cy="3855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4921" name="Equation" r:id="rId10" imgW="279360" imgH="241200" progId="Equation.3">
                  <p:embed/>
                </p:oleObj>
              </mc:Choice>
              <mc:Fallback>
                <p:oleObj name="Equation" r:id="rId10" imgW="279360" imgH="241200" progId="Equation.3">
                  <p:embed/>
                  <p:pic>
                    <p:nvPicPr>
                      <p:cNvPr id="16077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876468"/>
                        <a:ext cx="439738" cy="3855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/>
          <p:cNvSpPr/>
          <p:nvPr/>
        </p:nvSpPr>
        <p:spPr>
          <a:xfrm>
            <a:off x="2438400" y="3058337"/>
            <a:ext cx="27599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</a:rPr>
              <a:t>is the peak current</a:t>
            </a:r>
            <a:endParaRPr lang="en-US" sz="2800" dirty="0"/>
          </a:p>
        </p:txBody>
      </p:sp>
      <p:sp>
        <p:nvSpPr>
          <p:cNvPr id="13" name="Rectangle 12"/>
          <p:cNvSpPr/>
          <p:nvPr/>
        </p:nvSpPr>
        <p:spPr>
          <a:xfrm>
            <a:off x="2286000" y="3972580"/>
            <a:ext cx="625674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rgbClr val="0000FF"/>
                </a:solidFill>
              </a:rPr>
              <a:t>is the frequency in Hz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62200" y="4876468"/>
            <a:ext cx="938856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</a:rPr>
              <a:t>Is the angular frequency in radian per </a:t>
            </a:r>
            <a:r>
              <a:rPr lang="en-US" sz="2800" dirty="0" smtClean="0">
                <a:solidFill>
                  <a:srgbClr val="0000FF"/>
                </a:solidFill>
              </a:rPr>
              <a:t>second</a:t>
            </a:r>
            <a:r>
              <a:rPr lang="en-US" sz="2800" dirty="0">
                <a:solidFill>
                  <a:srgbClr val="0000FF"/>
                </a:solidFill>
              </a:rPr>
              <a:t>. It specifies how many oscillations </a:t>
            </a:r>
            <a:r>
              <a:rPr lang="en-US" sz="2800" dirty="0" smtClean="0">
                <a:solidFill>
                  <a:srgbClr val="0000FF"/>
                </a:solidFill>
              </a:rPr>
              <a:t>occur </a:t>
            </a:r>
            <a:r>
              <a:rPr lang="en-US" sz="2800" dirty="0">
                <a:solidFill>
                  <a:srgbClr val="0000FF"/>
                </a:solidFill>
              </a:rPr>
              <a:t>in a unit </a:t>
            </a:r>
            <a:r>
              <a:rPr lang="en-US" sz="2800" dirty="0" smtClean="0">
                <a:solidFill>
                  <a:srgbClr val="0000FF"/>
                </a:solidFill>
              </a:rPr>
              <a:t>time interval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02331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0000FF"/>
                </a:solidFill>
              </a:rPr>
              <a:t>Rms</a:t>
            </a:r>
            <a:r>
              <a:rPr lang="en-US" dirty="0" smtClean="0">
                <a:solidFill>
                  <a:srgbClr val="0000FF"/>
                </a:solidFill>
              </a:rPr>
              <a:t> Value Of Sinusoidal Quantities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2800" dirty="0">
                <a:solidFill>
                  <a:srgbClr val="0000FF"/>
                </a:solidFill>
              </a:rPr>
              <a:t>The RMS value of a sinusoidal voltage</a:t>
            </a:r>
          </a:p>
          <a:p>
            <a:pPr marL="0" indent="0" algn="just">
              <a:buNone/>
            </a:pPr>
            <a:r>
              <a:rPr lang="en-US" sz="2800" dirty="0">
                <a:solidFill>
                  <a:srgbClr val="0000FF"/>
                </a:solidFill>
              </a:rPr>
              <a:t>is given by: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17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095294"/>
              </p:ext>
            </p:extLst>
          </p:nvPr>
        </p:nvGraphicFramePr>
        <p:xfrm>
          <a:off x="3124200" y="2208951"/>
          <a:ext cx="4951412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67" name="Equation" r:id="rId3" imgW="3809880" imgH="1041120" progId="Equation.3">
                  <p:embed/>
                </p:oleObj>
              </mc:Choice>
              <mc:Fallback>
                <p:oleObj name="Equation" r:id="rId3" imgW="3809880" imgH="1041120" progId="Equation.3">
                  <p:embed/>
                  <p:pic>
                    <p:nvPicPr>
                      <p:cNvPr id="17408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208951"/>
                        <a:ext cx="4951412" cy="1339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5085421"/>
              </p:ext>
            </p:extLst>
          </p:nvPr>
        </p:nvGraphicFramePr>
        <p:xfrm>
          <a:off x="6846390" y="1447800"/>
          <a:ext cx="2971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68" name="Equation" r:id="rId5" imgW="1955520" imgH="431640" progId="Equation.3">
                  <p:embed/>
                </p:oleObj>
              </mc:Choice>
              <mc:Fallback>
                <p:oleObj name="Equation" r:id="rId5" imgW="1955520" imgH="431640" progId="Equation.3">
                  <p:embed/>
                  <p:pic>
                    <p:nvPicPr>
                      <p:cNvPr id="17408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6390" y="1447800"/>
                        <a:ext cx="29718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5453238"/>
              </p:ext>
            </p:extLst>
          </p:nvPr>
        </p:nvGraphicFramePr>
        <p:xfrm>
          <a:off x="2872151" y="3516144"/>
          <a:ext cx="3948113" cy="143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69" name="Equation" r:id="rId7" imgW="1650960" imgH="482400" progId="Equation.3">
                  <p:embed/>
                </p:oleObj>
              </mc:Choice>
              <mc:Fallback>
                <p:oleObj name="Equation" r:id="rId7" imgW="1650960" imgH="482400" progId="Equation.3">
                  <p:embed/>
                  <p:pic>
                    <p:nvPicPr>
                      <p:cNvPr id="17408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2151" y="3516144"/>
                        <a:ext cx="3948113" cy="1438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5676084"/>
              </p:ext>
            </p:extLst>
          </p:nvPr>
        </p:nvGraphicFramePr>
        <p:xfrm>
          <a:off x="3225620" y="4781892"/>
          <a:ext cx="2133600" cy="13446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70" name="Equation" r:id="rId9" imgW="1523880" imgH="1041120" progId="Equation.3">
                  <p:embed/>
                </p:oleObj>
              </mc:Choice>
              <mc:Fallback>
                <p:oleObj name="Equation" r:id="rId9" imgW="1523880" imgH="1041120" progId="Equation.3">
                  <p:embed/>
                  <p:pic>
                    <p:nvPicPr>
                      <p:cNvPr id="17409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5620" y="4781892"/>
                        <a:ext cx="2133600" cy="13446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1133190"/>
              </p:ext>
            </p:extLst>
          </p:nvPr>
        </p:nvGraphicFramePr>
        <p:xfrm>
          <a:off x="5435600" y="4954419"/>
          <a:ext cx="13208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71" name="Equation" r:id="rId11" imgW="774360" imgH="838080" progId="Equation.3">
                  <p:embed/>
                </p:oleObj>
              </mc:Choice>
              <mc:Fallback>
                <p:oleObj name="Equation" r:id="rId11" imgW="774360" imgH="838080" progId="Equation.3">
                  <p:embed/>
                  <p:pic>
                    <p:nvPicPr>
                      <p:cNvPr id="17409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4954419"/>
                        <a:ext cx="1320800" cy="11938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8988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 smtClean="0">
                <a:solidFill>
                  <a:srgbClr val="0000FF"/>
                </a:solidFill>
              </a:rPr>
              <a:t>Rms</a:t>
            </a:r>
            <a:r>
              <a:rPr lang="en-US" dirty="0" smtClean="0">
                <a:solidFill>
                  <a:srgbClr val="0000FF"/>
                </a:solidFill>
              </a:rPr>
              <a:t> Value Of Sinusoidal Quantities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2800" dirty="0">
                <a:solidFill>
                  <a:srgbClr val="0000FF"/>
                </a:solidFill>
              </a:rPr>
              <a:t>Similarly,</a:t>
            </a:r>
          </a:p>
          <a:p>
            <a:pPr marL="0" indent="0" algn="just">
              <a:buNone/>
            </a:pPr>
            <a:r>
              <a:rPr lang="en-US" sz="2800" dirty="0">
                <a:solidFill>
                  <a:srgbClr val="0000FF"/>
                </a:solidFill>
              </a:rPr>
              <a:t>The RMS value of a sinusoidal current</a:t>
            </a:r>
          </a:p>
          <a:p>
            <a:pPr marL="0" indent="0" algn="just">
              <a:buNone/>
            </a:pPr>
            <a:r>
              <a:rPr lang="en-US" sz="2800" dirty="0">
                <a:solidFill>
                  <a:srgbClr val="0000FF"/>
                </a:solidFill>
              </a:rPr>
              <a:t> is given by: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18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7065874"/>
              </p:ext>
            </p:extLst>
          </p:nvPr>
        </p:nvGraphicFramePr>
        <p:xfrm>
          <a:off x="6858000" y="1905000"/>
          <a:ext cx="28559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916" name="Equation" r:id="rId3" imgW="1879560" imgH="431640" progId="Equation.3">
                  <p:embed/>
                </p:oleObj>
              </mc:Choice>
              <mc:Fallback>
                <p:oleObj name="Equation" r:id="rId3" imgW="1879560" imgH="431640" progId="Equation.3">
                  <p:embed/>
                  <p:pic>
                    <p:nvPicPr>
                      <p:cNvPr id="17408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1905000"/>
                        <a:ext cx="285591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2121267"/>
              </p:ext>
            </p:extLst>
          </p:nvPr>
        </p:nvGraphicFramePr>
        <p:xfrm>
          <a:off x="3633789" y="2743200"/>
          <a:ext cx="1731962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917" name="Equation" r:id="rId5" imgW="1015920" imgH="838080" progId="Equation.3">
                  <p:embed/>
                </p:oleObj>
              </mc:Choice>
              <mc:Fallback>
                <p:oleObj name="Equation" r:id="rId5" imgW="1015920" imgH="838080" progId="Equation.3">
                  <p:embed/>
                  <p:pic>
                    <p:nvPicPr>
                      <p:cNvPr id="17409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3789" y="2743200"/>
                        <a:ext cx="1731962" cy="11938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4937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0000FF"/>
                </a:solidFill>
              </a:rPr>
              <a:t>Rms</a:t>
            </a:r>
            <a:r>
              <a:rPr lang="en-US" dirty="0" smtClean="0">
                <a:solidFill>
                  <a:srgbClr val="0000FF"/>
                </a:solidFill>
              </a:rPr>
              <a:t> Value Of Sinusoidal Quantities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>
                <a:solidFill>
                  <a:srgbClr val="0000FF"/>
                </a:solidFill>
              </a:rPr>
              <a:t>Example 1</a:t>
            </a:r>
          </a:p>
          <a:p>
            <a:pPr marL="0" indent="0" algn="just">
              <a:buNone/>
            </a:pPr>
            <a:r>
              <a:rPr lang="en-US" sz="2800" dirty="0">
                <a:solidFill>
                  <a:srgbClr val="0000FF"/>
                </a:solidFill>
              </a:rPr>
              <a:t>Find the </a:t>
            </a:r>
            <a:r>
              <a:rPr lang="en-US" sz="2800" dirty="0" err="1">
                <a:solidFill>
                  <a:srgbClr val="0000FF"/>
                </a:solidFill>
              </a:rPr>
              <a:t>rms</a:t>
            </a:r>
            <a:r>
              <a:rPr lang="en-US" sz="2800" dirty="0">
                <a:solidFill>
                  <a:srgbClr val="0000FF"/>
                </a:solidFill>
              </a:rPr>
              <a:t> values of the following quantities: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000FF"/>
                </a:solidFill>
              </a:rPr>
              <a:t>	</a:t>
            </a:r>
            <a:r>
              <a:rPr lang="en-US" sz="2800" dirty="0">
                <a:solidFill>
                  <a:srgbClr val="0000FF"/>
                </a:solidFill>
              </a:rPr>
              <a:t>(a)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800" dirty="0">
                <a:solidFill>
                  <a:srgbClr val="0000FF"/>
                </a:solidFill>
              </a:rPr>
              <a:t>	(b)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19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5905193"/>
              </p:ext>
            </p:extLst>
          </p:nvPr>
        </p:nvGraphicFramePr>
        <p:xfrm>
          <a:off x="2819400" y="2438400"/>
          <a:ext cx="384016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990" name="Equation" r:id="rId3" imgW="2527200" imgH="368280" progId="Equation.3">
                  <p:embed/>
                </p:oleObj>
              </mc:Choice>
              <mc:Fallback>
                <p:oleObj name="Equation" r:id="rId3" imgW="2527200" imgH="368280" progId="Equation.3">
                  <p:embed/>
                  <p:pic>
                    <p:nvPicPr>
                      <p:cNvPr id="17408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438400"/>
                        <a:ext cx="384016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5399873"/>
              </p:ext>
            </p:extLst>
          </p:nvPr>
        </p:nvGraphicFramePr>
        <p:xfrm>
          <a:off x="2819400" y="3178855"/>
          <a:ext cx="365760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991" name="Equation" r:id="rId5" imgW="2184120" imgH="317160" progId="Equation.3">
                  <p:embed/>
                </p:oleObj>
              </mc:Choice>
              <mc:Fallback>
                <p:oleObj name="Equation" r:id="rId5" imgW="2184120" imgH="317160" progId="Equation.3">
                  <p:embed/>
                  <p:pic>
                    <p:nvPicPr>
                      <p:cNvPr id="17613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178855"/>
                        <a:ext cx="3657600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1066800" y="3704318"/>
            <a:ext cx="60960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2800" dirty="0">
                <a:solidFill>
                  <a:srgbClr val="0000FF"/>
                </a:solidFill>
              </a:rPr>
              <a:t>Solution</a:t>
            </a:r>
          </a:p>
          <a:p>
            <a:pPr algn="just">
              <a:lnSpc>
                <a:spcPct val="120000"/>
              </a:lnSpc>
            </a:pPr>
            <a:r>
              <a:rPr lang="en-US" sz="2800" dirty="0">
                <a:solidFill>
                  <a:srgbClr val="0000FF"/>
                </a:solidFill>
              </a:rPr>
              <a:t>            (a)</a:t>
            </a:r>
          </a:p>
          <a:p>
            <a:pPr algn="just">
              <a:lnSpc>
                <a:spcPct val="120000"/>
              </a:lnSpc>
            </a:pPr>
            <a:endParaRPr lang="en-US" sz="2800" dirty="0">
              <a:solidFill>
                <a:srgbClr val="0000FF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sz="2800" dirty="0">
                <a:solidFill>
                  <a:srgbClr val="0000FF"/>
                </a:solidFill>
              </a:rPr>
              <a:t>	(b)</a:t>
            </a:r>
          </a:p>
          <a:p>
            <a:pPr algn="just"/>
            <a:r>
              <a:rPr lang="en-US" sz="9600" b="1" dirty="0">
                <a:solidFill>
                  <a:srgbClr val="0000FF"/>
                </a:solidFill>
              </a:rPr>
              <a:t>	</a:t>
            </a:r>
            <a:endParaRPr lang="en-US" dirty="0"/>
          </a:p>
        </p:txBody>
      </p:sp>
      <p:graphicFrame>
        <p:nvGraphicFramePr>
          <p:cNvPr id="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1548726"/>
              </p:ext>
            </p:extLst>
          </p:nvPr>
        </p:nvGraphicFramePr>
        <p:xfrm>
          <a:off x="3066257" y="4112533"/>
          <a:ext cx="3441700" cy="942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992" name="Equation" r:id="rId7" imgW="2019240" imgH="876240" progId="Equation.3">
                  <p:embed/>
                </p:oleObj>
              </mc:Choice>
              <mc:Fallback>
                <p:oleObj name="Equation" r:id="rId7" imgW="2019240" imgH="876240" progId="Equation.3">
                  <p:embed/>
                  <p:pic>
                    <p:nvPicPr>
                      <p:cNvPr id="17409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6257" y="4112533"/>
                        <a:ext cx="3441700" cy="9420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1471763"/>
              </p:ext>
            </p:extLst>
          </p:nvPr>
        </p:nvGraphicFramePr>
        <p:xfrm>
          <a:off x="3066257" y="5122546"/>
          <a:ext cx="3744912" cy="988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993" name="Equation" r:id="rId9" imgW="2197080" imgH="838080" progId="Equation.3">
                  <p:embed/>
                </p:oleObj>
              </mc:Choice>
              <mc:Fallback>
                <p:oleObj name="Equation" r:id="rId9" imgW="2197080" imgH="838080" progId="Equation.3">
                  <p:embed/>
                  <p:pic>
                    <p:nvPicPr>
                      <p:cNvPr id="17613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6257" y="5122546"/>
                        <a:ext cx="3744912" cy="9883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1570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b="1" dirty="0" smtClean="0">
                <a:solidFill>
                  <a:srgbClr val="0000FF"/>
                </a:solidFill>
              </a:rPr>
              <a:t>Harmonics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1377873"/>
            <a:ext cx="10718075" cy="469265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</a:rPr>
              <a:t>Non-sinusoidal periodic voltages and currents can be expressed as the sum of sine waves in which the lowest frequency is </a:t>
            </a:r>
            <a:r>
              <a:rPr lang="en-US" sz="2800" i="1" dirty="0">
                <a:solidFill>
                  <a:srgbClr val="0000FF"/>
                </a:solidFill>
              </a:rPr>
              <a:t>f</a:t>
            </a:r>
            <a:r>
              <a:rPr lang="en-US" sz="2800" dirty="0">
                <a:solidFill>
                  <a:srgbClr val="0000FF"/>
                </a:solidFill>
              </a:rPr>
              <a:t> and all other frequencies are integral multiples of </a:t>
            </a:r>
            <a:r>
              <a:rPr lang="en-US" sz="2800" i="1" dirty="0">
                <a:solidFill>
                  <a:srgbClr val="0000FF"/>
                </a:solidFill>
              </a:rPr>
              <a:t>f</a:t>
            </a:r>
            <a:r>
              <a:rPr lang="en-US" sz="2800" dirty="0">
                <a:solidFill>
                  <a:srgbClr val="0000FF"/>
                </a:solidFill>
              </a:rPr>
              <a:t>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20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76301" y="3186444"/>
            <a:ext cx="10870474" cy="609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2800" dirty="0">
                <a:solidFill>
                  <a:srgbClr val="0000FF"/>
                </a:solidFill>
              </a:rPr>
              <a:t>For example, a square wave         of amplitude E can be expressed as:</a:t>
            </a:r>
            <a:r>
              <a:rPr lang="en-US" sz="2800" b="1" dirty="0">
                <a:solidFill>
                  <a:srgbClr val="0000FF"/>
                </a:solidFill>
              </a:rPr>
              <a:t>	</a:t>
            </a:r>
          </a:p>
        </p:txBody>
      </p:sp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4832418"/>
              </p:ext>
            </p:extLst>
          </p:nvPr>
        </p:nvGraphicFramePr>
        <p:xfrm>
          <a:off x="4800600" y="3233201"/>
          <a:ext cx="762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964" name="Equation" r:id="rId3" imgW="562035" imgH="391877" progId="Equation.3">
                  <p:embed/>
                </p:oleObj>
              </mc:Choice>
              <mc:Fallback>
                <p:oleObj name="Equation" r:id="rId3" imgW="562035" imgH="391877" progId="Equation.3">
                  <p:embed/>
                  <p:pic>
                    <p:nvPicPr>
                      <p:cNvPr id="17715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3233201"/>
                        <a:ext cx="7620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8608979"/>
              </p:ext>
            </p:extLst>
          </p:nvPr>
        </p:nvGraphicFramePr>
        <p:xfrm>
          <a:off x="2286000" y="4312906"/>
          <a:ext cx="7848601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965" name="Equation" r:id="rId5" imgW="3166719" imgH="429731" progId="Equation.3">
                  <p:embed/>
                </p:oleObj>
              </mc:Choice>
              <mc:Fallback>
                <p:oleObj name="Equation" r:id="rId5" imgW="3166719" imgH="429731" progId="Equation.3">
                  <p:embed/>
                  <p:pic>
                    <p:nvPicPr>
                      <p:cNvPr id="17715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312906"/>
                        <a:ext cx="7848601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28027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00FF"/>
                </a:solidFill>
              </a:rPr>
              <a:t>Harmonics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03350"/>
            <a:ext cx="10591800" cy="4692650"/>
          </a:xfrm>
        </p:spPr>
        <p:txBody>
          <a:bodyPr/>
          <a:lstStyle/>
          <a:p>
            <a:pPr marL="344488" indent="-344488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Any quantity which contains multiple frequencies is a harmonic quantity.</a:t>
            </a:r>
          </a:p>
          <a:p>
            <a:pPr marL="344488" indent="-344488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The frequency of which others have been expressed as multiples of is the fundamental frequency.</a:t>
            </a:r>
          </a:p>
          <a:p>
            <a:pPr marL="344488" indent="-344488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An odd multiple of the fundamental is an odd harmonic.</a:t>
            </a:r>
          </a:p>
          <a:p>
            <a:pPr marL="344488" indent="-344488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An even multiple of the fundamental is an even harmonic.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21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365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b="1" dirty="0" err="1" smtClean="0">
                <a:solidFill>
                  <a:srgbClr val="0000FF"/>
                </a:solidFill>
              </a:rPr>
              <a:t>Rms</a:t>
            </a:r>
            <a:r>
              <a:rPr lang="en-US" b="1" dirty="0" smtClean="0">
                <a:solidFill>
                  <a:srgbClr val="0000FF"/>
                </a:solidFill>
              </a:rPr>
              <a:t> Value Of A Harmonic</a:t>
            </a:r>
            <a:br>
              <a:rPr lang="en-US" b="1" dirty="0" smtClean="0">
                <a:solidFill>
                  <a:srgbClr val="0000FF"/>
                </a:solidFill>
              </a:rPr>
            </a:br>
            <a:r>
              <a:rPr lang="en-US" b="1" dirty="0" smtClean="0">
                <a:solidFill>
                  <a:srgbClr val="0000FF"/>
                </a:solidFill>
              </a:rPr>
              <a:t>Quantity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2800" dirty="0">
                <a:solidFill>
                  <a:srgbClr val="0000FF"/>
                </a:solidFill>
              </a:rPr>
              <a:t>The effective value of a harmonic quantity is obtained by:                                          </a:t>
            </a:r>
          </a:p>
          <a:p>
            <a:pPr marL="344488" indent="-344488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First obtaining the square of the </a:t>
            </a:r>
            <a:r>
              <a:rPr lang="en-US" sz="2800" dirty="0" err="1">
                <a:solidFill>
                  <a:srgbClr val="0000FF"/>
                </a:solidFill>
              </a:rPr>
              <a:t>rms</a:t>
            </a:r>
            <a:r>
              <a:rPr lang="en-US" sz="2800" dirty="0">
                <a:solidFill>
                  <a:srgbClr val="0000FF"/>
                </a:solidFill>
              </a:rPr>
              <a:t> value of each term</a:t>
            </a:r>
          </a:p>
          <a:p>
            <a:pPr marL="344488" indent="-344488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Adding the obtained squared </a:t>
            </a:r>
            <a:r>
              <a:rPr lang="en-US" sz="2800" dirty="0" err="1">
                <a:solidFill>
                  <a:srgbClr val="0000FF"/>
                </a:solidFill>
              </a:rPr>
              <a:t>rms</a:t>
            </a:r>
            <a:r>
              <a:rPr lang="en-US" sz="2800" dirty="0">
                <a:solidFill>
                  <a:srgbClr val="0000FF"/>
                </a:solidFill>
              </a:rPr>
              <a:t> values</a:t>
            </a:r>
          </a:p>
          <a:p>
            <a:pPr marL="344488" indent="-344488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Taking the square root of the sum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22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0327770"/>
              </p:ext>
            </p:extLst>
          </p:nvPr>
        </p:nvGraphicFramePr>
        <p:xfrm>
          <a:off x="1092200" y="3886200"/>
          <a:ext cx="8915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988" name="Equation" r:id="rId3" imgW="4186601" imgH="228925" progId="Equation.3">
                  <p:embed/>
                </p:oleObj>
              </mc:Choice>
              <mc:Fallback>
                <p:oleObj name="Equation" r:id="rId3" imgW="4186601" imgH="228925" progId="Equation.3">
                  <p:embed/>
                  <p:pic>
                    <p:nvPicPr>
                      <p:cNvPr id="17920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200" y="3886200"/>
                        <a:ext cx="89154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2430863"/>
              </p:ext>
            </p:extLst>
          </p:nvPr>
        </p:nvGraphicFramePr>
        <p:xfrm>
          <a:off x="1739900" y="4544469"/>
          <a:ext cx="7620000" cy="163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989" name="Equation" r:id="rId5" imgW="2889486" imgH="534280" progId="Equation.3">
                  <p:embed/>
                </p:oleObj>
              </mc:Choice>
              <mc:Fallback>
                <p:oleObj name="Equation" r:id="rId5" imgW="2889486" imgH="534280" progId="Equation.3">
                  <p:embed/>
                  <p:pic>
                    <p:nvPicPr>
                      <p:cNvPr id="1792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9900" y="4544469"/>
                        <a:ext cx="7620000" cy="163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4528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0000FF"/>
                </a:solidFill>
              </a:rPr>
              <a:t>Rms</a:t>
            </a:r>
            <a:r>
              <a:rPr lang="en-US" b="1" dirty="0" smtClean="0">
                <a:solidFill>
                  <a:srgbClr val="0000FF"/>
                </a:solidFill>
              </a:rPr>
              <a:t> Value Of A Harmonic</a:t>
            </a:r>
            <a:br>
              <a:rPr lang="en-US" b="1" dirty="0" smtClean="0">
                <a:solidFill>
                  <a:srgbClr val="0000FF"/>
                </a:solidFill>
              </a:rPr>
            </a:br>
            <a:r>
              <a:rPr lang="en-US" b="1" dirty="0" smtClean="0">
                <a:solidFill>
                  <a:srgbClr val="0000FF"/>
                </a:solidFill>
              </a:rPr>
              <a:t>Quantity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2800" dirty="0">
                <a:solidFill>
                  <a:srgbClr val="0000FF"/>
                </a:solidFill>
              </a:rPr>
              <a:t>Example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800" dirty="0">
                <a:solidFill>
                  <a:srgbClr val="0000FF"/>
                </a:solidFill>
              </a:rPr>
              <a:t>Find the RMS value of the current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23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5304686"/>
              </p:ext>
            </p:extLst>
          </p:nvPr>
        </p:nvGraphicFramePr>
        <p:xfrm>
          <a:off x="1981200" y="2743200"/>
          <a:ext cx="6376988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1038" name="Equation" r:id="rId3" imgW="5283000" imgH="444240" progId="Equation.3">
                  <p:embed/>
                </p:oleObj>
              </mc:Choice>
              <mc:Fallback>
                <p:oleObj name="Equation" r:id="rId3" imgW="5283000" imgH="444240" progId="Equation.3">
                  <p:embed/>
                  <p:pic>
                    <p:nvPicPr>
                      <p:cNvPr id="180228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743200"/>
                        <a:ext cx="6376988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963292" y="3484562"/>
            <a:ext cx="1348446" cy="5809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2800" dirty="0">
                <a:solidFill>
                  <a:srgbClr val="0000FF"/>
                </a:solidFill>
              </a:rPr>
              <a:t>Solution</a:t>
            </a:r>
          </a:p>
        </p:txBody>
      </p:sp>
      <p:graphicFrame>
        <p:nvGraphicFramePr>
          <p:cNvPr id="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2591264"/>
              </p:ext>
            </p:extLst>
          </p:nvPr>
        </p:nvGraphicFramePr>
        <p:xfrm>
          <a:off x="2590800" y="3871118"/>
          <a:ext cx="4568825" cy="151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1039" name="Equation" r:id="rId5" imgW="3784320" imgH="1066680" progId="Equation.3">
                  <p:embed/>
                </p:oleObj>
              </mc:Choice>
              <mc:Fallback>
                <p:oleObj name="Equation" r:id="rId5" imgW="3784320" imgH="1066680" progId="Equation.3">
                  <p:embed/>
                  <p:pic>
                    <p:nvPicPr>
                      <p:cNvPr id="18022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871118"/>
                        <a:ext cx="4568825" cy="151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2886613"/>
              </p:ext>
            </p:extLst>
          </p:nvPr>
        </p:nvGraphicFramePr>
        <p:xfrm>
          <a:off x="2728913" y="5388656"/>
          <a:ext cx="2636838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1040" name="Equation" r:id="rId7" imgW="1333440" imgH="419040" progId="Equation.3">
                  <p:embed/>
                </p:oleObj>
              </mc:Choice>
              <mc:Fallback>
                <p:oleObj name="Equation" r:id="rId7" imgW="1333440" imgH="419040" progId="Equation.3">
                  <p:embed/>
                  <p:pic>
                    <p:nvPicPr>
                      <p:cNvPr id="18023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8913" y="5388656"/>
                        <a:ext cx="2636838" cy="67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75601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b="1" dirty="0" smtClean="0">
                <a:solidFill>
                  <a:srgbClr val="0000FF"/>
                </a:solidFill>
              </a:rPr>
              <a:t>Phasors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03350"/>
            <a:ext cx="10591800" cy="4692650"/>
          </a:xfrm>
        </p:spPr>
        <p:txBody>
          <a:bodyPr/>
          <a:lstStyle/>
          <a:p>
            <a:pPr marL="344488" indent="-344488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Phasors are used to represent sinusoidal quantities to avoid </a:t>
            </a:r>
            <a:r>
              <a:rPr lang="en-US" sz="2800" dirty="0" smtClean="0">
                <a:solidFill>
                  <a:srgbClr val="0000FF"/>
                </a:solidFill>
              </a:rPr>
              <a:t>           drawing </a:t>
            </a:r>
            <a:r>
              <a:rPr lang="en-US" sz="2800" dirty="0">
                <a:solidFill>
                  <a:srgbClr val="0000FF"/>
                </a:solidFill>
              </a:rPr>
              <a:t>the sine waves. </a:t>
            </a:r>
          </a:p>
          <a:p>
            <a:pPr marL="344488" indent="-344488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A phasor is a straight line whose length is proportional to the </a:t>
            </a:r>
            <a:r>
              <a:rPr lang="en-US" sz="2800" dirty="0" err="1">
                <a:solidFill>
                  <a:srgbClr val="0000FF"/>
                </a:solidFill>
              </a:rPr>
              <a:t>rms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 smtClean="0">
                <a:solidFill>
                  <a:srgbClr val="0000FF"/>
                </a:solidFill>
              </a:rPr>
              <a:t> voltage </a:t>
            </a:r>
            <a:r>
              <a:rPr lang="en-US" sz="2800" dirty="0">
                <a:solidFill>
                  <a:srgbClr val="0000FF"/>
                </a:solidFill>
              </a:rPr>
              <a:t>or current it represents. </a:t>
            </a:r>
          </a:p>
          <a:p>
            <a:pPr marL="344488" indent="-344488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To show the phase angle or phase displacement between voltages and currents, the phasors bear an arrow.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24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4800600" y="5007429"/>
            <a:ext cx="2057400" cy="762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6533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b="1" dirty="0" smtClean="0">
                <a:solidFill>
                  <a:srgbClr val="0000FF"/>
                </a:solidFill>
              </a:rPr>
              <a:t>Phasors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03350"/>
            <a:ext cx="10591800" cy="469265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</a:rPr>
              <a:t>Two phasors are said to be in phase when they point in the same direction. The phase angle between them is then zero.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25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1724335"/>
              </p:ext>
            </p:extLst>
          </p:nvPr>
        </p:nvGraphicFramePr>
        <p:xfrm>
          <a:off x="2743200" y="2819400"/>
          <a:ext cx="6705600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2011" name="Visio" r:id="rId3" imgW="4453739" imgH="801419" progId="Visio.Drawing.11">
                  <p:embed/>
                </p:oleObj>
              </mc:Choice>
              <mc:Fallback>
                <p:oleObj name="Visio" r:id="rId3" imgW="4453739" imgH="801419" progId="Visio.Drawing.11">
                  <p:embed/>
                  <p:pic>
                    <p:nvPicPr>
                      <p:cNvPr id="18227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819400"/>
                        <a:ext cx="6705600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0094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00FF"/>
                </a:solidFill>
              </a:rPr>
              <a:t>Phasors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488" indent="-344488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Two phasors are said to be out of phase when they point in different </a:t>
            </a:r>
            <a:r>
              <a:rPr lang="en-US" sz="2800" dirty="0" smtClean="0">
                <a:solidFill>
                  <a:srgbClr val="0000FF"/>
                </a:solidFill>
              </a:rPr>
              <a:t>  directions</a:t>
            </a:r>
            <a:r>
              <a:rPr lang="en-US" sz="2800" dirty="0">
                <a:solidFill>
                  <a:srgbClr val="0000FF"/>
                </a:solidFill>
              </a:rPr>
              <a:t>. </a:t>
            </a:r>
          </a:p>
          <a:p>
            <a:pPr marL="344488" indent="-344488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The phase angle between them is the angle through which one of them has to be rotated to make it point in the same direction as the other.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26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2089930"/>
              </p:ext>
            </p:extLst>
          </p:nvPr>
        </p:nvGraphicFramePr>
        <p:xfrm>
          <a:off x="3352800" y="3657600"/>
          <a:ext cx="50292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3035" name="Visio" r:id="rId3" imgW="1783082" imgH="1144627" progId="Visio.Drawing.11">
                  <p:embed/>
                </p:oleObj>
              </mc:Choice>
              <mc:Fallback>
                <p:oleObj name="Visio" r:id="rId3" imgW="1783082" imgH="1144627" progId="Visio.Drawing.11">
                  <p:embed/>
                  <p:pic>
                    <p:nvPicPr>
                      <p:cNvPr id="18329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657600"/>
                        <a:ext cx="5029200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2807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b="1" dirty="0" smtClean="0">
                <a:solidFill>
                  <a:srgbClr val="0000FF"/>
                </a:solidFill>
              </a:rPr>
              <a:t>Phasor Diagrams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488" indent="-344488" algn="just"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It is used to show at a glance the magnitude and phase relations among the various quantities within a network. This is often helpful in the analysis of the network</a:t>
            </a:r>
            <a:r>
              <a:rPr lang="en-US" sz="2800" dirty="0" smtClean="0">
                <a:solidFill>
                  <a:srgbClr val="0000FF"/>
                </a:solidFill>
              </a:rPr>
              <a:t>.</a:t>
            </a:r>
            <a:endParaRPr lang="en-US" sz="2800" dirty="0">
              <a:solidFill>
                <a:srgbClr val="0000FF"/>
              </a:solidFill>
            </a:endParaRPr>
          </a:p>
          <a:p>
            <a:pPr marL="344488" indent="-344488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Example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800" dirty="0" smtClean="0">
                <a:solidFill>
                  <a:srgbClr val="0000FF"/>
                </a:solidFill>
              </a:rPr>
              <a:t>A </a:t>
            </a:r>
            <a:r>
              <a:rPr lang="en-US" sz="2800" dirty="0">
                <a:solidFill>
                  <a:srgbClr val="0000FF"/>
                </a:solidFill>
              </a:rPr>
              <a:t>50 Hz source having </a:t>
            </a:r>
            <a:r>
              <a:rPr lang="en-US" sz="2800" dirty="0" err="1">
                <a:solidFill>
                  <a:srgbClr val="0000FF"/>
                </a:solidFill>
              </a:rPr>
              <a:t>rms</a:t>
            </a:r>
            <a:r>
              <a:rPr lang="en-US" sz="2800" dirty="0">
                <a:solidFill>
                  <a:srgbClr val="0000FF"/>
                </a:solidFill>
              </a:rPr>
              <a:t> voltage of 240 V delivers a </a:t>
            </a:r>
            <a:r>
              <a:rPr lang="en-US" sz="2800" dirty="0" err="1">
                <a:solidFill>
                  <a:srgbClr val="0000FF"/>
                </a:solidFill>
              </a:rPr>
              <a:t>rms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 smtClean="0">
                <a:solidFill>
                  <a:srgbClr val="0000FF"/>
                </a:solidFill>
              </a:rPr>
              <a:t> current </a:t>
            </a:r>
            <a:r>
              <a:rPr lang="en-US" sz="2800" dirty="0">
                <a:solidFill>
                  <a:srgbClr val="0000FF"/>
                </a:solidFill>
              </a:rPr>
              <a:t>of 10 A to a circuit. The current lags the voltage by 30°. </a:t>
            </a:r>
            <a:endParaRPr lang="en-US" sz="2800" dirty="0" smtClean="0">
              <a:solidFill>
                <a:srgbClr val="0000FF"/>
              </a:solidFill>
            </a:endParaRPr>
          </a:p>
          <a:p>
            <a:pPr marL="514350" indent="-514350" algn="just">
              <a:lnSpc>
                <a:spcPct val="120000"/>
              </a:lnSpc>
              <a:buAutoNum type="alphaLcParenBoth"/>
            </a:pPr>
            <a:r>
              <a:rPr lang="en-US" sz="2800" dirty="0" smtClean="0">
                <a:solidFill>
                  <a:srgbClr val="0000FF"/>
                </a:solidFill>
              </a:rPr>
              <a:t>Draw </a:t>
            </a:r>
            <a:r>
              <a:rPr lang="en-US" sz="2800" dirty="0">
                <a:solidFill>
                  <a:srgbClr val="0000FF"/>
                </a:solidFill>
              </a:rPr>
              <a:t>the phasor diagram for the circuit. </a:t>
            </a:r>
            <a:endParaRPr lang="en-US" sz="2800" dirty="0" smtClean="0">
              <a:solidFill>
                <a:srgbClr val="0000FF"/>
              </a:solidFill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800" dirty="0" smtClean="0">
                <a:solidFill>
                  <a:srgbClr val="0000FF"/>
                </a:solidFill>
              </a:rPr>
              <a:t>(</a:t>
            </a:r>
            <a:r>
              <a:rPr lang="en-US" sz="2800" dirty="0">
                <a:solidFill>
                  <a:srgbClr val="0000FF"/>
                </a:solidFill>
              </a:rPr>
              <a:t>b) Express the voltage and current as functions of time.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27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8219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Phasor Diagrams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488" indent="-344488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Solution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800" dirty="0">
                <a:solidFill>
                  <a:srgbClr val="0000FF"/>
                </a:solidFill>
              </a:rPr>
              <a:t>	(a) Taking V as the reference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28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3048000" y="2667002"/>
          <a:ext cx="5486400" cy="2057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109" name="Visio" r:id="rId3" imgW="2117635" imgH="943822" progId="Visio.Drawing.11">
                  <p:embed/>
                </p:oleObj>
              </mc:Choice>
              <mc:Fallback>
                <p:oleObj name="Visio" r:id="rId3" imgW="2117635" imgH="943822" progId="Visio.Drawing.11">
                  <p:embed/>
                  <p:pic>
                    <p:nvPicPr>
                      <p:cNvPr id="19353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667002"/>
                        <a:ext cx="5486400" cy="20573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2057400" y="4724401"/>
            <a:ext cx="636713" cy="5809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4488" indent="-344488" algn="just">
              <a:lnSpc>
                <a:spcPct val="120000"/>
              </a:lnSpc>
            </a:pPr>
            <a:r>
              <a:rPr lang="en-US" sz="2800" b="1" dirty="0">
                <a:solidFill>
                  <a:srgbClr val="0000FF"/>
                </a:solidFill>
              </a:rPr>
              <a:t>(b)</a:t>
            </a:r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8414380"/>
              </p:ext>
            </p:extLst>
          </p:nvPr>
        </p:nvGraphicFramePr>
        <p:xfrm>
          <a:off x="3048000" y="4800600"/>
          <a:ext cx="5943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110" name="Document" r:id="rId5" imgW="1411757" imgH="239020" progId="Word.Document.12">
                  <p:embed/>
                </p:oleObj>
              </mc:Choice>
              <mc:Fallback>
                <p:oleObj name="Document" r:id="rId5" imgW="1411757" imgH="239020" progId="Word.Document.12">
                  <p:embed/>
                  <p:pic>
                    <p:nvPicPr>
                      <p:cNvPr id="19353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800600"/>
                        <a:ext cx="59436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7670085"/>
              </p:ext>
            </p:extLst>
          </p:nvPr>
        </p:nvGraphicFramePr>
        <p:xfrm>
          <a:off x="3124200" y="5562600"/>
          <a:ext cx="6096000" cy="609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111" name="Document" r:id="rId7" imgW="1727203" imgH="239020" progId="Word.Document.12">
                  <p:embed/>
                </p:oleObj>
              </mc:Choice>
              <mc:Fallback>
                <p:oleObj name="Document" r:id="rId7" imgW="1727203" imgH="239020" progId="Word.Document.12">
                  <p:embed/>
                  <p:pic>
                    <p:nvPicPr>
                      <p:cNvPr id="1935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5562600"/>
                        <a:ext cx="6096000" cy="6095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2290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101" y="107950"/>
            <a:ext cx="9715499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0000FF"/>
                </a:solidFill>
              </a:rPr>
              <a:t>Addition And Subtraction Of Sinusoidal Quantities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488" indent="-344488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The sum of sinusoidal quantities is obtained by taking the vector sum of their phasors.</a:t>
            </a:r>
          </a:p>
          <a:p>
            <a:pPr marL="344488" indent="-344488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The difference of sinusoidal quantities is obtained by first reversing the subtracted quantity and adding it as a vector to the other phasors.</a:t>
            </a:r>
          </a:p>
          <a:p>
            <a:pPr marL="344488" indent="-344488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A sinusoidal quantity is reversed by adding 180</a:t>
            </a:r>
            <a:r>
              <a:rPr lang="en-US" sz="2800" baseline="20000" dirty="0">
                <a:solidFill>
                  <a:srgbClr val="0000FF"/>
                </a:solidFill>
              </a:rPr>
              <a:t>0</a:t>
            </a:r>
            <a:r>
              <a:rPr lang="en-US" sz="2800" dirty="0">
                <a:solidFill>
                  <a:srgbClr val="0000FF"/>
                </a:solidFill>
              </a:rPr>
              <a:t> to its angle</a:t>
            </a:r>
          </a:p>
          <a:p>
            <a:pPr marL="344488" indent="-344488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Only sinusoidal quantities of the SAME FREQUENCY can be added or subtracted.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29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150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187" y="34834"/>
            <a:ext cx="9639299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0000FF"/>
                </a:solidFill>
              </a:rPr>
              <a:t>Addition And Subtraction Of Sinusoidal Quantities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488" indent="-344488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Example 1</a:t>
            </a:r>
          </a:p>
          <a:p>
            <a:pPr marL="344488" indent="-344488" algn="just">
              <a:lnSpc>
                <a:spcPct val="120000"/>
              </a:lnSpc>
            </a:pPr>
            <a:r>
              <a:rPr lang="en-US" sz="2800" dirty="0">
                <a:solidFill>
                  <a:srgbClr val="0000FF"/>
                </a:solidFill>
              </a:rPr>
              <a:t>	Let v</a:t>
            </a:r>
            <a:r>
              <a:rPr lang="en-US" sz="2800" baseline="-25000" dirty="0">
                <a:solidFill>
                  <a:srgbClr val="0000FF"/>
                </a:solidFill>
              </a:rPr>
              <a:t>1</a:t>
            </a:r>
            <a:r>
              <a:rPr lang="en-US" sz="2800" dirty="0">
                <a:solidFill>
                  <a:srgbClr val="0000FF"/>
                </a:solidFill>
              </a:rPr>
              <a:t>(t) = 60 sin </a:t>
            </a:r>
            <a:r>
              <a:rPr lang="en-US" sz="2800" dirty="0" err="1">
                <a:solidFill>
                  <a:srgbClr val="0000FF"/>
                </a:solidFill>
              </a:rPr>
              <a:t>ωt</a:t>
            </a:r>
            <a:r>
              <a:rPr lang="en-US" sz="2800" dirty="0">
                <a:solidFill>
                  <a:srgbClr val="0000FF"/>
                </a:solidFill>
              </a:rPr>
              <a:t>  and  v</a:t>
            </a:r>
            <a:r>
              <a:rPr lang="en-US" sz="2800" baseline="-25000" dirty="0">
                <a:solidFill>
                  <a:srgbClr val="0000FF"/>
                </a:solidFill>
              </a:rPr>
              <a:t>2</a:t>
            </a:r>
            <a:r>
              <a:rPr lang="en-US" sz="2800" dirty="0">
                <a:solidFill>
                  <a:srgbClr val="0000FF"/>
                </a:solidFill>
              </a:rPr>
              <a:t>(t) = 80 sin (</a:t>
            </a:r>
            <a:r>
              <a:rPr lang="en-US" sz="2800" dirty="0" err="1">
                <a:solidFill>
                  <a:srgbClr val="0000FF"/>
                </a:solidFill>
              </a:rPr>
              <a:t>ωt</a:t>
            </a:r>
            <a:r>
              <a:rPr lang="en-US" sz="2800" dirty="0">
                <a:solidFill>
                  <a:srgbClr val="0000FF"/>
                </a:solidFill>
              </a:rPr>
              <a:t> – 90°). Determine  (a) v</a:t>
            </a:r>
            <a:r>
              <a:rPr lang="en-US" sz="2800" baseline="-25000" dirty="0">
                <a:solidFill>
                  <a:srgbClr val="0000FF"/>
                </a:solidFill>
              </a:rPr>
              <a:t>1</a:t>
            </a:r>
            <a:r>
              <a:rPr lang="en-US" sz="2800" dirty="0">
                <a:solidFill>
                  <a:srgbClr val="0000FF"/>
                </a:solidFill>
              </a:rPr>
              <a:t> + v</a:t>
            </a:r>
            <a:r>
              <a:rPr lang="en-US" sz="2800" baseline="-25000" dirty="0">
                <a:solidFill>
                  <a:srgbClr val="0000FF"/>
                </a:solidFill>
              </a:rPr>
              <a:t>2</a:t>
            </a:r>
            <a:r>
              <a:rPr lang="en-US" sz="2800" dirty="0">
                <a:solidFill>
                  <a:srgbClr val="0000FF"/>
                </a:solidFill>
              </a:rPr>
              <a:t> and (b) v</a:t>
            </a:r>
            <a:r>
              <a:rPr lang="en-US" sz="2800" baseline="-25000" dirty="0">
                <a:solidFill>
                  <a:srgbClr val="0000FF"/>
                </a:solidFill>
              </a:rPr>
              <a:t>1</a:t>
            </a:r>
            <a:r>
              <a:rPr lang="en-US" sz="2800" dirty="0">
                <a:solidFill>
                  <a:srgbClr val="0000FF"/>
                </a:solidFill>
              </a:rPr>
              <a:t> – v</a:t>
            </a:r>
            <a:r>
              <a:rPr lang="en-US" sz="2800" baseline="-25000" dirty="0">
                <a:solidFill>
                  <a:srgbClr val="0000FF"/>
                </a:solidFill>
              </a:rPr>
              <a:t>2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30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90600" y="3352800"/>
            <a:ext cx="6096000" cy="109799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4488" indent="-344488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Solution</a:t>
            </a:r>
          </a:p>
          <a:p>
            <a:pPr marL="344488" indent="-344488" algn="just">
              <a:lnSpc>
                <a:spcPct val="120000"/>
              </a:lnSpc>
            </a:pPr>
            <a:r>
              <a:rPr lang="en-US" sz="2800" dirty="0">
                <a:solidFill>
                  <a:srgbClr val="0000FF"/>
                </a:solidFill>
              </a:rPr>
              <a:t>	(a) Phasor diagram</a:t>
            </a:r>
          </a:p>
        </p:txBody>
      </p:sp>
      <p:graphicFrame>
        <p:nvGraphicFramePr>
          <p:cNvPr id="8" name="Object 2"/>
          <p:cNvGraphicFramePr>
            <a:graphicFrameLocks noChangeAspect="1"/>
          </p:cNvGraphicFramePr>
          <p:nvPr/>
        </p:nvGraphicFramePr>
        <p:xfrm>
          <a:off x="4648200" y="3352800"/>
          <a:ext cx="335280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5158" name="Visio" r:id="rId3" imgW="2349025" imgH="1302969" progId="Visio.Drawing.11">
                  <p:embed/>
                </p:oleObj>
              </mc:Choice>
              <mc:Fallback>
                <p:oleObj name="Visio" r:id="rId3" imgW="2349025" imgH="1302969" progId="Visio.Drawing.11">
                  <p:embed/>
                  <p:pic>
                    <p:nvPicPr>
                      <p:cNvPr id="19558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352800"/>
                        <a:ext cx="3352800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35822"/>
              </p:ext>
            </p:extLst>
          </p:nvPr>
        </p:nvGraphicFramePr>
        <p:xfrm>
          <a:off x="4648200" y="3352800"/>
          <a:ext cx="3228975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5159" name="Visio" r:id="rId5" imgW="2349025" imgH="1302969" progId="Visio.Drawing.11">
                  <p:embed/>
                </p:oleObj>
              </mc:Choice>
              <mc:Fallback>
                <p:oleObj name="Visio" r:id="rId5" imgW="2349025" imgH="1302969" progId="Visio.Drawing.11">
                  <p:embed/>
                  <p:pic>
                    <p:nvPicPr>
                      <p:cNvPr id="19558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352800"/>
                        <a:ext cx="3228975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6158911"/>
              </p:ext>
            </p:extLst>
          </p:nvPr>
        </p:nvGraphicFramePr>
        <p:xfrm>
          <a:off x="7950926" y="4617176"/>
          <a:ext cx="37338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5160" name="Equation" r:id="rId7" imgW="3733560" imgH="495000" progId="Equation.3">
                  <p:embed/>
                </p:oleObj>
              </mc:Choice>
              <mc:Fallback>
                <p:oleObj name="Equation" r:id="rId7" imgW="3733560" imgH="495000" progId="Equation.3">
                  <p:embed/>
                  <p:pic>
                    <p:nvPicPr>
                      <p:cNvPr id="19558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0926" y="4617176"/>
                        <a:ext cx="37338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6922827"/>
              </p:ext>
            </p:extLst>
          </p:nvPr>
        </p:nvGraphicFramePr>
        <p:xfrm>
          <a:off x="8001000" y="5181600"/>
          <a:ext cx="27432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5161" name="Equation" r:id="rId9" imgW="2743200" imgH="888840" progId="Equation.3">
                  <p:embed/>
                </p:oleObj>
              </mc:Choice>
              <mc:Fallback>
                <p:oleObj name="Equation" r:id="rId9" imgW="2743200" imgH="888840" progId="Equation.3">
                  <p:embed/>
                  <p:pic>
                    <p:nvPicPr>
                      <p:cNvPr id="19559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5181600"/>
                        <a:ext cx="27432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14819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4150"/>
            <a:ext cx="9791699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0000FF"/>
                </a:solidFill>
              </a:rPr>
              <a:t>Addition And Subtraction Of Sinusoidal Quantities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31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7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3207246"/>
              </p:ext>
            </p:extLst>
          </p:nvPr>
        </p:nvGraphicFramePr>
        <p:xfrm>
          <a:off x="3581400" y="1827213"/>
          <a:ext cx="3924300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207" name="Equation" r:id="rId3" imgW="1676160" imgH="228600" progId="Equation.3">
                  <p:embed/>
                </p:oleObj>
              </mc:Choice>
              <mc:Fallback>
                <p:oleObj name="Equation" r:id="rId3" imgW="1676160" imgH="228600" progId="Equation.3">
                  <p:embed/>
                  <p:pic>
                    <p:nvPicPr>
                      <p:cNvPr id="19559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827213"/>
                        <a:ext cx="3924300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3200400" y="-152400"/>
            <a:ext cx="60960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4488" indent="-344488" algn="just">
              <a:lnSpc>
                <a:spcPct val="120000"/>
              </a:lnSpc>
            </a:pPr>
            <a:endParaRPr lang="en-US" sz="9600" b="1" dirty="0">
              <a:solidFill>
                <a:srgbClr val="0000FF"/>
              </a:solidFill>
            </a:endParaRPr>
          </a:p>
          <a:p>
            <a:pPr marL="344488" indent="-344488" algn="just">
              <a:lnSpc>
                <a:spcPct val="120000"/>
              </a:lnSpc>
            </a:pPr>
            <a:endParaRPr lang="en-US" sz="9600" b="1" dirty="0">
              <a:solidFill>
                <a:srgbClr val="0000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09700" y="2093849"/>
            <a:ext cx="6096000" cy="3387851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4488" indent="-344488" algn="just">
              <a:lnSpc>
                <a:spcPct val="120000"/>
              </a:lnSpc>
            </a:pPr>
            <a:r>
              <a:rPr lang="en-US" sz="9600" dirty="0">
                <a:solidFill>
                  <a:srgbClr val="0000FF"/>
                </a:solidFill>
              </a:rPr>
              <a:t>	</a:t>
            </a:r>
            <a:r>
              <a:rPr lang="en-US" sz="2800" b="1" dirty="0">
                <a:solidFill>
                  <a:srgbClr val="0000FF"/>
                </a:solidFill>
              </a:rPr>
              <a:t>(b)</a:t>
            </a:r>
          </a:p>
          <a:p>
            <a:pPr marL="344488" indent="-344488" algn="just">
              <a:lnSpc>
                <a:spcPct val="120000"/>
              </a:lnSpc>
            </a:pPr>
            <a:endParaRPr lang="en-US" sz="2800" b="1" dirty="0">
              <a:solidFill>
                <a:srgbClr val="0000FF"/>
              </a:solidFill>
            </a:endParaRPr>
          </a:p>
          <a:p>
            <a:pPr marL="344488" indent="-344488" algn="just">
              <a:lnSpc>
                <a:spcPct val="120000"/>
              </a:lnSpc>
            </a:pPr>
            <a:endParaRPr lang="en-US" sz="2800" b="1" dirty="0">
              <a:solidFill>
                <a:srgbClr val="0000FF"/>
              </a:solidFill>
            </a:endParaRPr>
          </a:p>
          <a:p>
            <a:pPr marL="344488" indent="-344488" algn="just">
              <a:lnSpc>
                <a:spcPct val="120000"/>
              </a:lnSpc>
            </a:pPr>
            <a:r>
              <a:rPr lang="en-US" sz="2800" dirty="0">
                <a:solidFill>
                  <a:srgbClr val="0000FF"/>
                </a:solidFill>
              </a:rPr>
              <a:t>Phasor diagram</a:t>
            </a: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4377496"/>
              </p:ext>
            </p:extLst>
          </p:nvPr>
        </p:nvGraphicFramePr>
        <p:xfrm>
          <a:off x="3200400" y="2989961"/>
          <a:ext cx="3581400" cy="531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208" name="Equation" r:id="rId5" imgW="2552400" imgH="419040" progId="Equation.3">
                  <p:embed/>
                </p:oleObj>
              </mc:Choice>
              <mc:Fallback>
                <p:oleObj name="Equation" r:id="rId5" imgW="2552400" imgH="419040" progId="Equation.3">
                  <p:embed/>
                  <p:pic>
                    <p:nvPicPr>
                      <p:cNvPr id="19661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989961"/>
                        <a:ext cx="3581400" cy="5318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4247292"/>
              </p:ext>
            </p:extLst>
          </p:nvPr>
        </p:nvGraphicFramePr>
        <p:xfrm>
          <a:off x="3083536" y="3534063"/>
          <a:ext cx="5541963" cy="5064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209" name="Equation" r:id="rId7" imgW="4914720" imgH="431640" progId="Equation.3">
                  <p:embed/>
                </p:oleObj>
              </mc:Choice>
              <mc:Fallback>
                <p:oleObj name="Equation" r:id="rId7" imgW="4914720" imgH="431640" progId="Equation.3">
                  <p:embed/>
                  <p:pic>
                    <p:nvPicPr>
                      <p:cNvPr id="19661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3536" y="3534063"/>
                        <a:ext cx="5541963" cy="5064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9178979"/>
              </p:ext>
            </p:extLst>
          </p:nvPr>
        </p:nvGraphicFramePr>
        <p:xfrm>
          <a:off x="3018246" y="4089018"/>
          <a:ext cx="448310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210" name="Equation" r:id="rId9" imgW="3974760" imgH="431640" progId="Equation.3">
                  <p:embed/>
                </p:oleObj>
              </mc:Choice>
              <mc:Fallback>
                <p:oleObj name="Equation" r:id="rId9" imgW="3974760" imgH="431640" progId="Equation.3">
                  <p:embed/>
                  <p:pic>
                    <p:nvPicPr>
                      <p:cNvPr id="19661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8246" y="4089018"/>
                        <a:ext cx="4483100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3269232"/>
              </p:ext>
            </p:extLst>
          </p:nvPr>
        </p:nvGraphicFramePr>
        <p:xfrm>
          <a:off x="4114800" y="4508049"/>
          <a:ext cx="4267200" cy="1945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211" name="Visio" r:id="rId11" imgW="2175453" imgH="1302969" progId="Visio.Drawing.11">
                  <p:embed/>
                </p:oleObj>
              </mc:Choice>
              <mc:Fallback>
                <p:oleObj name="Visio" r:id="rId11" imgW="2175453" imgH="1302969" progId="Visio.Drawing.11">
                  <p:embed/>
                  <p:pic>
                    <p:nvPicPr>
                      <p:cNvPr id="19661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4508049"/>
                        <a:ext cx="4267200" cy="19452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4192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07950"/>
            <a:ext cx="9639299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0000FF"/>
                </a:solidFill>
              </a:rPr>
              <a:t>Addition And Subtraction Of Sinusoidal Quantities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32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7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2591845"/>
              </p:ext>
            </p:extLst>
          </p:nvPr>
        </p:nvGraphicFramePr>
        <p:xfrm>
          <a:off x="1752600" y="1524000"/>
          <a:ext cx="2133600" cy="17264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236" name="Visio" r:id="rId3" imgW="1522197" imgH="1231977" progId="Visio.Drawing.11">
                  <p:embed/>
                </p:oleObj>
              </mc:Choice>
              <mc:Fallback>
                <p:oleObj name="Visio" r:id="rId3" imgW="1522197" imgH="1231977" progId="Visio.Drawing.11">
                  <p:embed/>
                  <p:pic>
                    <p:nvPicPr>
                      <p:cNvPr id="19763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524000"/>
                        <a:ext cx="2133600" cy="17264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9636206"/>
              </p:ext>
            </p:extLst>
          </p:nvPr>
        </p:nvGraphicFramePr>
        <p:xfrm>
          <a:off x="685800" y="1218293"/>
          <a:ext cx="426720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237" name="Visio" r:id="rId5" imgW="2175453" imgH="1302969" progId="Visio.Drawing.11">
                  <p:embed/>
                </p:oleObj>
              </mc:Choice>
              <mc:Fallback>
                <p:oleObj name="Visio" r:id="rId5" imgW="2175453" imgH="1302969" progId="Visio.Drawing.11">
                  <p:embed/>
                  <p:pic>
                    <p:nvPicPr>
                      <p:cNvPr id="19661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218293"/>
                        <a:ext cx="4267200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5388769"/>
              </p:ext>
            </p:extLst>
          </p:nvPr>
        </p:nvGraphicFramePr>
        <p:xfrm>
          <a:off x="1981200" y="3740332"/>
          <a:ext cx="4800600" cy="605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238" name="Equation" r:id="rId7" imgW="3733560" imgH="495000" progId="Equation.3">
                  <p:embed/>
                </p:oleObj>
              </mc:Choice>
              <mc:Fallback>
                <p:oleObj name="Equation" r:id="rId7" imgW="3733560" imgH="495000" progId="Equation.3">
                  <p:embed/>
                  <p:pic>
                    <p:nvPicPr>
                      <p:cNvPr id="19764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740332"/>
                        <a:ext cx="4800600" cy="6050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6245762"/>
              </p:ext>
            </p:extLst>
          </p:nvPr>
        </p:nvGraphicFramePr>
        <p:xfrm>
          <a:off x="2438400" y="4426132"/>
          <a:ext cx="3657600" cy="9840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239" name="Equation" r:id="rId9" imgW="2743200" imgH="888840" progId="Equation.3">
                  <p:embed/>
                </p:oleObj>
              </mc:Choice>
              <mc:Fallback>
                <p:oleObj name="Equation" r:id="rId9" imgW="2743200" imgH="888840" progId="Equation.3">
                  <p:embed/>
                  <p:pic>
                    <p:nvPicPr>
                      <p:cNvPr id="19764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426132"/>
                        <a:ext cx="3657600" cy="9840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5373272"/>
              </p:ext>
            </p:extLst>
          </p:nvPr>
        </p:nvGraphicFramePr>
        <p:xfrm>
          <a:off x="1875630" y="5358221"/>
          <a:ext cx="7107238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240" name="Equation" r:id="rId11" imgW="3924000" imgH="520560" progId="Equation.3">
                  <p:embed/>
                </p:oleObj>
              </mc:Choice>
              <mc:Fallback>
                <p:oleObj name="Equation" r:id="rId11" imgW="3924000" imgH="520560" progId="Equation.3">
                  <p:embed/>
                  <p:pic>
                    <p:nvPicPr>
                      <p:cNvPr id="19764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5630" y="5358221"/>
                        <a:ext cx="7107238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160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39983"/>
            <a:ext cx="9715499" cy="1143000"/>
          </a:xfrm>
        </p:spPr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Addition And Subtraction Of Sinusoidal Quantities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488" lvl="0" indent="-344488" algn="just" fontAlgn="auto" latinLnBrk="0">
              <a:lnSpc>
                <a:spcPct val="120000"/>
              </a:lnSpc>
              <a:spcAft>
                <a:spcPts val="0"/>
              </a:spcAft>
              <a:buFont typeface="Wingdings" pitchFamily="2" charset="2"/>
              <a:buChar char="v"/>
            </a:pPr>
            <a:r>
              <a:rPr kumimoji="0" lang="en-US" sz="2800" kern="1200" dirty="0">
                <a:solidFill>
                  <a:srgbClr val="0000FF"/>
                </a:solidFill>
                <a:latin typeface="+mn-lt"/>
              </a:rPr>
              <a:t>Example </a:t>
            </a:r>
            <a:r>
              <a:rPr kumimoji="0" lang="en-US" sz="2800" kern="1200" dirty="0" smtClean="0">
                <a:solidFill>
                  <a:srgbClr val="0000FF"/>
                </a:solidFill>
                <a:latin typeface="+mn-lt"/>
              </a:rPr>
              <a:t>2</a:t>
            </a:r>
          </a:p>
          <a:p>
            <a:pPr marL="344488" lvl="0" indent="-344488" algn="just" fontAlgn="auto" latinLnBrk="0">
              <a:lnSpc>
                <a:spcPct val="120000"/>
              </a:lnSpc>
              <a:spcAft>
                <a:spcPts val="0"/>
              </a:spcAft>
              <a:buFont typeface="Wingdings" pitchFamily="2" charset="2"/>
              <a:buChar char="v"/>
            </a:pPr>
            <a:r>
              <a:rPr kumimoji="0" lang="en-US" sz="2800" kern="1200" dirty="0" smtClean="0">
                <a:solidFill>
                  <a:srgbClr val="0000FF"/>
                </a:solidFill>
                <a:latin typeface="+mn-lt"/>
              </a:rPr>
              <a:t>Four </a:t>
            </a:r>
            <a:r>
              <a:rPr kumimoji="0" lang="en-US" sz="2800" kern="1200" dirty="0">
                <a:solidFill>
                  <a:srgbClr val="0000FF"/>
                </a:solidFill>
                <a:latin typeface="+mn-lt"/>
              </a:rPr>
              <a:t>conductors meet at a junction. The following relationship exists between them.</a:t>
            </a:r>
          </a:p>
          <a:p>
            <a:pPr marL="0" lvl="0" indent="0" algn="just" fontAlgn="auto" latinLnBrk="0">
              <a:lnSpc>
                <a:spcPct val="120000"/>
              </a:lnSpc>
              <a:spcAft>
                <a:spcPts val="0"/>
              </a:spcAft>
              <a:buNone/>
            </a:pPr>
            <a:r>
              <a:rPr kumimoji="0" lang="en-US" sz="2800" kern="1200" dirty="0">
                <a:solidFill>
                  <a:srgbClr val="0000FF"/>
                </a:solidFill>
                <a:latin typeface="+mn-lt"/>
              </a:rPr>
              <a:t>Find the value of      given that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33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6447551"/>
              </p:ext>
            </p:extLst>
          </p:nvPr>
        </p:nvGraphicFramePr>
        <p:xfrm>
          <a:off x="4800600" y="2590800"/>
          <a:ext cx="2794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8256" name="Equation" r:id="rId3" imgW="2793960" imgH="596880" progId="Equation.3">
                  <p:embed/>
                </p:oleObj>
              </mc:Choice>
              <mc:Fallback>
                <p:oleObj name="Equation" r:id="rId3" imgW="2793960" imgH="596880" progId="Equation.3">
                  <p:embed/>
                  <p:pic>
                    <p:nvPicPr>
                      <p:cNvPr id="207904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2590800"/>
                        <a:ext cx="27940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4823135"/>
              </p:ext>
            </p:extLst>
          </p:nvPr>
        </p:nvGraphicFramePr>
        <p:xfrm>
          <a:off x="3498850" y="3106192"/>
          <a:ext cx="33337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8257" name="Equation" r:id="rId5" imgW="333111" imgH="582588" progId="Equation.3">
                  <p:embed/>
                </p:oleObj>
              </mc:Choice>
              <mc:Fallback>
                <p:oleObj name="Equation" r:id="rId5" imgW="333111" imgH="582588" progId="Equation.3">
                  <p:embed/>
                  <p:pic>
                    <p:nvPicPr>
                      <p:cNvPr id="207905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8850" y="3106192"/>
                        <a:ext cx="333375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8377896"/>
              </p:ext>
            </p:extLst>
          </p:nvPr>
        </p:nvGraphicFramePr>
        <p:xfrm>
          <a:off x="1066800" y="3886200"/>
          <a:ext cx="243205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8258" name="Equation" r:id="rId7" imgW="2431639" imgH="582588" progId="Equation.3">
                  <p:embed/>
                </p:oleObj>
              </mc:Choice>
              <mc:Fallback>
                <p:oleObj name="Equation" r:id="rId7" imgW="2431639" imgH="582588" progId="Equation.3">
                  <p:embed/>
                  <p:pic>
                    <p:nvPicPr>
                      <p:cNvPr id="207906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886200"/>
                        <a:ext cx="243205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3419561"/>
              </p:ext>
            </p:extLst>
          </p:nvPr>
        </p:nvGraphicFramePr>
        <p:xfrm>
          <a:off x="1088571" y="4510474"/>
          <a:ext cx="5741987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8259" name="Equation" r:id="rId9" imgW="5742201" imgH="582588" progId="Equation.3">
                  <p:embed/>
                </p:oleObj>
              </mc:Choice>
              <mc:Fallback>
                <p:oleObj name="Equation" r:id="rId9" imgW="5742201" imgH="582588" progId="Equation.3">
                  <p:embed/>
                  <p:pic>
                    <p:nvPicPr>
                      <p:cNvPr id="207907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8571" y="4510474"/>
                        <a:ext cx="5741987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7308922"/>
              </p:ext>
            </p:extLst>
          </p:nvPr>
        </p:nvGraphicFramePr>
        <p:xfrm>
          <a:off x="1066800" y="5302216"/>
          <a:ext cx="696277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8260" name="Equation" r:id="rId11" imgW="6963248" imgH="591241" progId="Equation.3">
                  <p:embed/>
                </p:oleObj>
              </mc:Choice>
              <mc:Fallback>
                <p:oleObj name="Equation" r:id="rId11" imgW="6963248" imgH="591241" progId="Equation.3">
                  <p:embed/>
                  <p:pic>
                    <p:nvPicPr>
                      <p:cNvPr id="207908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5302216"/>
                        <a:ext cx="6962775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37555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349" y="152400"/>
            <a:ext cx="8916852" cy="990600"/>
          </a:xfrm>
        </p:spPr>
        <p:txBody>
          <a:bodyPr/>
          <a:lstStyle/>
          <a:p>
            <a:r>
              <a:rPr lang="en-US" sz="4000" b="1" dirty="0" smtClean="0">
                <a:solidFill>
                  <a:srgbClr val="0000FF"/>
                </a:solidFill>
              </a:rPr>
              <a:t>Addition And Subtraction Of Sinusoidal Quantities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95400"/>
            <a:ext cx="10591800" cy="4953000"/>
          </a:xfrm>
        </p:spPr>
        <p:txBody>
          <a:bodyPr/>
          <a:lstStyle/>
          <a:p>
            <a:pPr marL="344488" indent="-344488" algn="just">
              <a:buFont typeface="Wingdings" pitchFamily="2" charset="2"/>
              <a:buChar char="v"/>
            </a:pPr>
            <a:r>
              <a:rPr lang="en-US" sz="2600" dirty="0" smtClean="0">
                <a:solidFill>
                  <a:srgbClr val="0000FF"/>
                </a:solidFill>
              </a:rPr>
              <a:t>Solution</a:t>
            </a:r>
          </a:p>
          <a:p>
            <a:pPr marL="0" indent="0" algn="just">
              <a:buNone/>
            </a:pPr>
            <a:r>
              <a:rPr lang="en-US" sz="2600" dirty="0">
                <a:solidFill>
                  <a:srgbClr val="0000FF"/>
                </a:solidFill>
              </a:rPr>
              <a:t> </a:t>
            </a:r>
            <a:r>
              <a:rPr lang="en-US" sz="2600" dirty="0" smtClean="0">
                <a:solidFill>
                  <a:srgbClr val="0000FF"/>
                </a:solidFill>
              </a:rPr>
              <a:t>          (a</a:t>
            </a:r>
            <a:r>
              <a:rPr lang="en-US" sz="2600" dirty="0">
                <a:solidFill>
                  <a:srgbClr val="0000FF"/>
                </a:solidFill>
              </a:rPr>
              <a:t>) There are two different frequencies. They </a:t>
            </a:r>
            <a:r>
              <a:rPr lang="en-US" sz="2600" dirty="0" smtClean="0">
                <a:solidFill>
                  <a:srgbClr val="0000FF"/>
                </a:solidFill>
              </a:rPr>
              <a:t>must </a:t>
            </a:r>
            <a:r>
              <a:rPr lang="en-US" sz="2600" dirty="0">
                <a:solidFill>
                  <a:srgbClr val="0000FF"/>
                </a:solidFill>
              </a:rPr>
              <a:t>therefore </a:t>
            </a:r>
            <a:r>
              <a:rPr lang="en-US" sz="2600" dirty="0" smtClean="0">
                <a:solidFill>
                  <a:srgbClr val="0000FF"/>
                </a:solidFill>
              </a:rPr>
              <a:t>be</a:t>
            </a:r>
          </a:p>
          <a:p>
            <a:pPr marL="0" indent="0" algn="just">
              <a:buNone/>
            </a:pPr>
            <a:r>
              <a:rPr lang="en-US" sz="2600" dirty="0">
                <a:solidFill>
                  <a:srgbClr val="0000FF"/>
                </a:solidFill>
              </a:rPr>
              <a:t>	</a:t>
            </a:r>
            <a:r>
              <a:rPr lang="en-US" sz="2600" dirty="0" smtClean="0">
                <a:solidFill>
                  <a:srgbClr val="0000FF"/>
                </a:solidFill>
              </a:rPr>
              <a:t> </a:t>
            </a:r>
            <a:r>
              <a:rPr lang="en-US" sz="2600" dirty="0">
                <a:solidFill>
                  <a:srgbClr val="0000FF"/>
                </a:solidFill>
              </a:rPr>
              <a:t>added separately</a:t>
            </a:r>
            <a:r>
              <a:rPr lang="en-US" sz="2600" dirty="0" smtClean="0">
                <a:solidFill>
                  <a:srgbClr val="0000FF"/>
                </a:solidFill>
              </a:rPr>
              <a:t>.</a:t>
            </a:r>
          </a:p>
          <a:p>
            <a:pPr marL="0" indent="0" algn="just">
              <a:buNone/>
            </a:pPr>
            <a:r>
              <a:rPr lang="en-US" sz="2600" u="sng" dirty="0" smtClean="0">
                <a:solidFill>
                  <a:srgbClr val="0000FF"/>
                </a:solidFill>
              </a:rPr>
              <a:t>Addition of      part.</a:t>
            </a:r>
          </a:p>
          <a:p>
            <a:pPr marL="0" indent="0" algn="just">
              <a:buNone/>
            </a:pPr>
            <a:r>
              <a:rPr lang="en-US" sz="2600" dirty="0" smtClean="0">
                <a:solidFill>
                  <a:srgbClr val="0000FF"/>
                </a:solidFill>
              </a:rPr>
              <a:t>X-component </a:t>
            </a:r>
          </a:p>
          <a:p>
            <a:pPr marL="0" indent="0" algn="just">
              <a:buNone/>
            </a:pPr>
            <a:endParaRPr lang="en-US" sz="2800" dirty="0" smtClean="0">
              <a:solidFill>
                <a:srgbClr val="0000FF"/>
              </a:solidFill>
            </a:endParaRPr>
          </a:p>
          <a:p>
            <a:pPr marL="0" indent="0" algn="just">
              <a:buNone/>
            </a:pPr>
            <a:endParaRPr lang="en-US" sz="2800" dirty="0">
              <a:solidFill>
                <a:srgbClr val="0000FF"/>
              </a:solidFill>
            </a:endParaRPr>
          </a:p>
          <a:p>
            <a:pPr marL="0" indent="0" algn="just">
              <a:buNone/>
            </a:pPr>
            <a:r>
              <a:rPr lang="en-US" sz="2600" dirty="0" smtClean="0">
                <a:solidFill>
                  <a:srgbClr val="0000FF"/>
                </a:solidFill>
              </a:rPr>
              <a:t>Y-component</a:t>
            </a:r>
          </a:p>
          <a:p>
            <a:pPr marL="0" indent="0" algn="just">
              <a:buNone/>
            </a:pPr>
            <a:endParaRPr lang="en-US" sz="2600" b="1" dirty="0" smtClean="0">
              <a:solidFill>
                <a:srgbClr val="0000FF"/>
              </a:solidFill>
            </a:endParaRPr>
          </a:p>
          <a:p>
            <a:pPr marL="0" indent="0" algn="just">
              <a:buNone/>
            </a:pPr>
            <a:endParaRPr lang="en-US" sz="2600" b="1" dirty="0">
              <a:solidFill>
                <a:srgbClr val="0000FF"/>
              </a:solidFill>
            </a:endParaRPr>
          </a:p>
          <a:p>
            <a:pPr marL="0" indent="0" algn="just">
              <a:buNone/>
            </a:pPr>
            <a:endParaRPr lang="en-US" sz="26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34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0633484"/>
              </p:ext>
            </p:extLst>
          </p:nvPr>
        </p:nvGraphicFramePr>
        <p:xfrm>
          <a:off x="2361021" y="2862966"/>
          <a:ext cx="4000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306" name="Equation" r:id="rId3" imgW="400526" imgH="305354" progId="Equation.3">
                  <p:embed/>
                </p:oleObj>
              </mc:Choice>
              <mc:Fallback>
                <p:oleObj name="Equation" r:id="rId3" imgW="400526" imgH="305354" progId="Equation.3">
                  <p:embed/>
                  <p:pic>
                    <p:nvPicPr>
                      <p:cNvPr id="20890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1021" y="2862966"/>
                        <a:ext cx="4000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9764739"/>
              </p:ext>
            </p:extLst>
          </p:nvPr>
        </p:nvGraphicFramePr>
        <p:xfrm>
          <a:off x="681446" y="3520029"/>
          <a:ext cx="5000625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307" name="Equation" r:id="rId5" imgW="5397480" imgH="495000" progId="Equation.3">
                  <p:embed/>
                </p:oleObj>
              </mc:Choice>
              <mc:Fallback>
                <p:oleObj name="Equation" r:id="rId5" imgW="5397480" imgH="495000" progId="Equation.3">
                  <p:embed/>
                  <p:pic>
                    <p:nvPicPr>
                      <p:cNvPr id="20890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446" y="3520029"/>
                        <a:ext cx="5000625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2407583"/>
              </p:ext>
            </p:extLst>
          </p:nvPr>
        </p:nvGraphicFramePr>
        <p:xfrm>
          <a:off x="681446" y="4016033"/>
          <a:ext cx="1879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308" name="Equation" r:id="rId7" imgW="1879560" imgH="419040" progId="Equation.3">
                  <p:embed/>
                </p:oleObj>
              </mc:Choice>
              <mc:Fallback>
                <p:oleObj name="Equation" r:id="rId7" imgW="1879560" imgH="419040" progId="Equation.3">
                  <p:embed/>
                  <p:pic>
                    <p:nvPicPr>
                      <p:cNvPr id="20890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446" y="4016033"/>
                        <a:ext cx="1879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186596"/>
              </p:ext>
            </p:extLst>
          </p:nvPr>
        </p:nvGraphicFramePr>
        <p:xfrm>
          <a:off x="707571" y="5053457"/>
          <a:ext cx="5389563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309" name="Equation" r:id="rId9" imgW="5389983" imgH="496065" progId="Equation.3">
                  <p:embed/>
                </p:oleObj>
              </mc:Choice>
              <mc:Fallback>
                <p:oleObj name="Equation" r:id="rId9" imgW="5389983" imgH="496065" progId="Equation.3">
                  <p:embed/>
                  <p:pic>
                    <p:nvPicPr>
                      <p:cNvPr id="20890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571" y="5053457"/>
                        <a:ext cx="5389563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552167"/>
              </p:ext>
            </p:extLst>
          </p:nvPr>
        </p:nvGraphicFramePr>
        <p:xfrm>
          <a:off x="741362" y="5629275"/>
          <a:ext cx="189706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310" name="Equation" r:id="rId11" imgW="1897363" imgH="419637" progId="Equation.3">
                  <p:embed/>
                </p:oleObj>
              </mc:Choice>
              <mc:Fallback>
                <p:oleObj name="Equation" r:id="rId11" imgW="1897363" imgH="419637" progId="Equation.3">
                  <p:embed/>
                  <p:pic>
                    <p:nvPicPr>
                      <p:cNvPr id="20890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362" y="5629275"/>
                        <a:ext cx="189706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0124935"/>
              </p:ext>
            </p:extLst>
          </p:nvPr>
        </p:nvGraphicFramePr>
        <p:xfrm>
          <a:off x="7035801" y="2543175"/>
          <a:ext cx="3497081" cy="308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311" name="Visio" r:id="rId13" imgW="1109997" imgH="1588289" progId="Visio.Drawing.11">
                  <p:embed/>
                </p:oleObj>
              </mc:Choice>
              <mc:Fallback>
                <p:oleObj name="Visio" r:id="rId13" imgW="1109997" imgH="1588289" progId="Visio.Drawing.11">
                  <p:embed/>
                  <p:pic>
                    <p:nvPicPr>
                      <p:cNvPr id="20890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5801" y="2543175"/>
                        <a:ext cx="3497081" cy="308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50552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9169401" cy="1143000"/>
          </a:xfrm>
        </p:spPr>
        <p:txBody>
          <a:bodyPr/>
          <a:lstStyle/>
          <a:p>
            <a:r>
              <a:rPr lang="en-US" sz="4000" dirty="0">
                <a:solidFill>
                  <a:srgbClr val="0000FF"/>
                </a:solidFill>
              </a:rPr>
              <a:t> </a:t>
            </a:r>
            <a:r>
              <a:rPr lang="en-US" sz="4000" b="1" dirty="0" smtClean="0">
                <a:solidFill>
                  <a:srgbClr val="0000FF"/>
                </a:solidFill>
              </a:rPr>
              <a:t>Addition And Subtraction Of Sinusoidal Quantities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95400"/>
            <a:ext cx="10591800" cy="5181600"/>
          </a:xfrm>
        </p:spPr>
        <p:txBody>
          <a:bodyPr/>
          <a:lstStyle/>
          <a:p>
            <a:pPr marL="0" indent="0" algn="just">
              <a:buNone/>
            </a:pPr>
            <a:r>
              <a:rPr lang="en-US" sz="2600" dirty="0">
                <a:solidFill>
                  <a:srgbClr val="0000FF"/>
                </a:solidFill>
              </a:rPr>
              <a:t>Amplitude</a:t>
            </a:r>
          </a:p>
          <a:p>
            <a:pPr marL="0" indent="0" algn="just">
              <a:buNone/>
            </a:pPr>
            <a:endParaRPr lang="en-US" sz="2600" dirty="0">
              <a:solidFill>
                <a:srgbClr val="0000FF"/>
              </a:solidFill>
            </a:endParaRPr>
          </a:p>
          <a:p>
            <a:pPr marL="0" indent="0" algn="just">
              <a:buNone/>
            </a:pPr>
            <a:endParaRPr lang="en-US" sz="2600" dirty="0">
              <a:solidFill>
                <a:srgbClr val="0000FF"/>
              </a:solidFill>
            </a:endParaRPr>
          </a:p>
          <a:p>
            <a:pPr marL="0" indent="0" algn="just">
              <a:buNone/>
            </a:pPr>
            <a:endParaRPr lang="en-US" sz="2600" dirty="0" smtClean="0">
              <a:solidFill>
                <a:srgbClr val="0000FF"/>
              </a:solidFill>
            </a:endParaRPr>
          </a:p>
          <a:p>
            <a:pPr marL="0" indent="0" algn="just">
              <a:buNone/>
            </a:pPr>
            <a:r>
              <a:rPr lang="en-US" sz="2600" dirty="0" smtClean="0">
                <a:solidFill>
                  <a:srgbClr val="0000FF"/>
                </a:solidFill>
              </a:rPr>
              <a:t>Angle</a:t>
            </a:r>
            <a:endParaRPr lang="en-US" sz="2600" dirty="0">
              <a:solidFill>
                <a:srgbClr val="0000FF"/>
              </a:solidFill>
            </a:endParaRPr>
          </a:p>
          <a:p>
            <a:pPr algn="just"/>
            <a:endParaRPr lang="en-US" sz="2600" dirty="0">
              <a:solidFill>
                <a:srgbClr val="0000FF"/>
              </a:solidFill>
            </a:endParaRPr>
          </a:p>
          <a:p>
            <a:pPr algn="just"/>
            <a:endParaRPr lang="en-US" sz="2600" dirty="0">
              <a:solidFill>
                <a:srgbClr val="0000FF"/>
              </a:solidFill>
            </a:endParaRPr>
          </a:p>
          <a:p>
            <a:pPr marL="0" indent="0" algn="just">
              <a:buNone/>
            </a:pPr>
            <a:endParaRPr lang="en-US" sz="2600" dirty="0">
              <a:solidFill>
                <a:srgbClr val="0000FF"/>
              </a:solidFill>
            </a:endParaRPr>
          </a:p>
          <a:p>
            <a:pPr marL="0" indent="0" algn="just">
              <a:buNone/>
            </a:pPr>
            <a:r>
              <a:rPr lang="en-US" sz="2600" dirty="0" smtClean="0">
                <a:solidFill>
                  <a:srgbClr val="0000FF"/>
                </a:solidFill>
              </a:rPr>
              <a:t>Therefore</a:t>
            </a:r>
            <a:r>
              <a:rPr lang="en-US" sz="2600" dirty="0">
                <a:solidFill>
                  <a:srgbClr val="0000FF"/>
                </a:solidFill>
              </a:rPr>
              <a:t>,       </a:t>
            </a:r>
            <a:r>
              <a:rPr lang="en-US" sz="2600" dirty="0" smtClean="0">
                <a:solidFill>
                  <a:srgbClr val="0000FF"/>
                </a:solidFill>
              </a:rPr>
              <a:t>  part </a:t>
            </a:r>
            <a:r>
              <a:rPr lang="en-US" sz="2600" dirty="0">
                <a:solidFill>
                  <a:srgbClr val="0000FF"/>
                </a:solidFill>
              </a:rPr>
              <a:t>of  </a:t>
            </a:r>
            <a:r>
              <a:rPr lang="en-US" sz="2600" dirty="0" smtClean="0">
                <a:solidFill>
                  <a:srgbClr val="0000FF"/>
                </a:solidFill>
              </a:rPr>
              <a:t>    </a:t>
            </a:r>
            <a:r>
              <a:rPr lang="en-US" sz="2600" dirty="0">
                <a:solidFill>
                  <a:srgbClr val="0000FF"/>
                </a:solidFill>
              </a:rPr>
              <a:t>is</a:t>
            </a:r>
          </a:p>
          <a:p>
            <a:pPr marL="0" indent="0" algn="just">
              <a:buNone/>
            </a:pPr>
            <a:endParaRPr lang="en-US" sz="2600" dirty="0">
              <a:solidFill>
                <a:srgbClr val="0000FF"/>
              </a:solidFill>
            </a:endParaRPr>
          </a:p>
          <a:p>
            <a:pPr algn="just"/>
            <a:endParaRPr lang="en-US" sz="2600" b="1" dirty="0">
              <a:solidFill>
                <a:srgbClr val="0000FF"/>
              </a:solidFill>
            </a:endParaRPr>
          </a:p>
          <a:p>
            <a:pPr algn="just"/>
            <a:endParaRPr lang="en-US" sz="26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35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0777425"/>
              </p:ext>
            </p:extLst>
          </p:nvPr>
        </p:nvGraphicFramePr>
        <p:xfrm>
          <a:off x="685800" y="1776373"/>
          <a:ext cx="5029200" cy="624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334" name="Equation" r:id="rId3" imgW="5445862" imgH="676682" progId="Equation.3">
                  <p:embed/>
                </p:oleObj>
              </mc:Choice>
              <mc:Fallback>
                <p:oleObj name="Equation" r:id="rId3" imgW="5445862" imgH="676682" progId="Equation.3">
                  <p:embed/>
                  <p:pic>
                    <p:nvPicPr>
                      <p:cNvPr id="20993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776373"/>
                        <a:ext cx="5029200" cy="6246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7386099"/>
              </p:ext>
            </p:extLst>
          </p:nvPr>
        </p:nvGraphicFramePr>
        <p:xfrm>
          <a:off x="714375" y="2500438"/>
          <a:ext cx="1676400" cy="3815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335" name="Equation" r:id="rId5" imgW="1841400" imgH="419040" progId="Equation.3">
                  <p:embed/>
                </p:oleObj>
              </mc:Choice>
              <mc:Fallback>
                <p:oleObj name="Equation" r:id="rId5" imgW="1841400" imgH="419040" progId="Equation.3">
                  <p:embed/>
                  <p:pic>
                    <p:nvPicPr>
                      <p:cNvPr id="20992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2500438"/>
                        <a:ext cx="1676400" cy="3815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8481104"/>
              </p:ext>
            </p:extLst>
          </p:nvPr>
        </p:nvGraphicFramePr>
        <p:xfrm>
          <a:off x="685800" y="3560702"/>
          <a:ext cx="5361551" cy="1193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336" name="Equation" r:id="rId7" imgW="5751214" imgH="1240163" progId="Equation.3">
                  <p:embed/>
                </p:oleObj>
              </mc:Choice>
              <mc:Fallback>
                <p:oleObj name="Equation" r:id="rId7" imgW="5751214" imgH="1240163" progId="Equation.3">
                  <p:embed/>
                  <p:pic>
                    <p:nvPicPr>
                      <p:cNvPr id="20993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560702"/>
                        <a:ext cx="5361551" cy="11930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9775263"/>
              </p:ext>
            </p:extLst>
          </p:nvPr>
        </p:nvGraphicFramePr>
        <p:xfrm>
          <a:off x="685800" y="5557530"/>
          <a:ext cx="48260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337" name="Equation" r:id="rId9" imgW="4826506" imgH="582588" progId="Equation.3">
                  <p:embed/>
                </p:oleObj>
              </mc:Choice>
              <mc:Fallback>
                <p:oleObj name="Equation" r:id="rId9" imgW="4826506" imgH="582588" progId="Equation.3">
                  <p:embed/>
                  <p:pic>
                    <p:nvPicPr>
                      <p:cNvPr id="20993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557530"/>
                        <a:ext cx="48260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2518743"/>
              </p:ext>
            </p:extLst>
          </p:nvPr>
        </p:nvGraphicFramePr>
        <p:xfrm>
          <a:off x="2390775" y="5164305"/>
          <a:ext cx="4000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338" name="Equation" r:id="rId11" imgW="400526" imgH="305354" progId="Equation.3">
                  <p:embed/>
                </p:oleObj>
              </mc:Choice>
              <mc:Fallback>
                <p:oleObj name="Equation" r:id="rId11" imgW="400526" imgH="305354" progId="Equation.3">
                  <p:embed/>
                  <p:pic>
                    <p:nvPicPr>
                      <p:cNvPr id="20993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0775" y="5164305"/>
                        <a:ext cx="4000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7693847"/>
              </p:ext>
            </p:extLst>
          </p:nvPr>
        </p:nvGraphicFramePr>
        <p:xfrm>
          <a:off x="3962400" y="5025399"/>
          <a:ext cx="333375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339" name="Equation" r:id="rId13" imgW="333111" imgH="582588" progId="Equation.3">
                  <p:embed/>
                </p:oleObj>
              </mc:Choice>
              <mc:Fallback>
                <p:oleObj name="Equation" r:id="rId13" imgW="333111" imgH="582588" progId="Equation.3">
                  <p:embed/>
                  <p:pic>
                    <p:nvPicPr>
                      <p:cNvPr id="20993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5025399"/>
                        <a:ext cx="333375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70978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9245601" cy="990600"/>
          </a:xfrm>
        </p:spPr>
        <p:txBody>
          <a:bodyPr/>
          <a:lstStyle/>
          <a:p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b="1" dirty="0" smtClean="0">
                <a:solidFill>
                  <a:srgbClr val="0000FF"/>
                </a:solidFill>
              </a:rPr>
              <a:t>Addition And Subtraction Of Sinusoidal Quantities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371600"/>
            <a:ext cx="10515600" cy="4953000"/>
          </a:xfrm>
        </p:spPr>
        <p:txBody>
          <a:bodyPr/>
          <a:lstStyle/>
          <a:p>
            <a:pPr marL="0" indent="0" algn="just">
              <a:buNone/>
            </a:pPr>
            <a:r>
              <a:rPr lang="en-US" sz="2600" u="sng" dirty="0">
                <a:solidFill>
                  <a:srgbClr val="0000FF"/>
                </a:solidFill>
              </a:rPr>
              <a:t>Addition of         part.</a:t>
            </a:r>
          </a:p>
          <a:p>
            <a:pPr marL="0" indent="0" algn="just">
              <a:buNone/>
            </a:pPr>
            <a:r>
              <a:rPr lang="en-US" sz="2600" dirty="0">
                <a:solidFill>
                  <a:srgbClr val="0000FF"/>
                </a:solidFill>
              </a:rPr>
              <a:t>X-component</a:t>
            </a:r>
          </a:p>
          <a:p>
            <a:pPr algn="just"/>
            <a:endParaRPr lang="en-US" sz="2600" dirty="0">
              <a:solidFill>
                <a:srgbClr val="0000FF"/>
              </a:solidFill>
            </a:endParaRPr>
          </a:p>
          <a:p>
            <a:pPr marL="0" indent="0" algn="just">
              <a:buNone/>
            </a:pPr>
            <a:endParaRPr lang="en-US" sz="2600" dirty="0" smtClean="0">
              <a:solidFill>
                <a:srgbClr val="0000FF"/>
              </a:solidFill>
            </a:endParaRPr>
          </a:p>
          <a:p>
            <a:pPr marL="0" indent="0" algn="just">
              <a:buNone/>
            </a:pPr>
            <a:r>
              <a:rPr lang="en-US" sz="2600" dirty="0" smtClean="0">
                <a:solidFill>
                  <a:srgbClr val="0000FF"/>
                </a:solidFill>
              </a:rPr>
              <a:t>Y-component</a:t>
            </a:r>
            <a:endParaRPr lang="en-US" sz="2600" dirty="0">
              <a:solidFill>
                <a:srgbClr val="0000FF"/>
              </a:solidFill>
            </a:endParaRPr>
          </a:p>
          <a:p>
            <a:pPr algn="just"/>
            <a:endParaRPr lang="en-US" sz="2600" dirty="0">
              <a:solidFill>
                <a:srgbClr val="0000FF"/>
              </a:solidFill>
            </a:endParaRPr>
          </a:p>
          <a:p>
            <a:pPr algn="just"/>
            <a:endParaRPr lang="en-US" sz="2600" dirty="0">
              <a:solidFill>
                <a:srgbClr val="0000FF"/>
              </a:solidFill>
            </a:endParaRPr>
          </a:p>
          <a:p>
            <a:pPr marL="0" indent="0" algn="just">
              <a:buNone/>
            </a:pPr>
            <a:r>
              <a:rPr lang="en-US" sz="2600" dirty="0" smtClean="0">
                <a:solidFill>
                  <a:srgbClr val="0000FF"/>
                </a:solidFill>
              </a:rPr>
              <a:t>Amplitude</a:t>
            </a:r>
            <a:r>
              <a:rPr lang="en-US" sz="2600" dirty="0">
                <a:solidFill>
                  <a:srgbClr val="0000FF"/>
                </a:solidFill>
              </a:rPr>
              <a:t>	</a:t>
            </a:r>
            <a:r>
              <a:rPr lang="en-US" sz="2600" b="1" dirty="0">
                <a:solidFill>
                  <a:srgbClr val="0000FF"/>
                </a:solidFill>
              </a:rPr>
              <a:t>			</a:t>
            </a:r>
          </a:p>
          <a:p>
            <a:pPr algn="just"/>
            <a:endParaRPr lang="en-US" sz="2600" b="1" dirty="0">
              <a:solidFill>
                <a:srgbClr val="0000FF"/>
              </a:solidFill>
            </a:endParaRPr>
          </a:p>
          <a:p>
            <a:pPr algn="just"/>
            <a:endParaRPr lang="en-US" sz="26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36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561085"/>
              </p:ext>
            </p:extLst>
          </p:nvPr>
        </p:nvGraphicFramePr>
        <p:xfrm>
          <a:off x="722993" y="2209800"/>
          <a:ext cx="2629807" cy="4439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1407" name="Equation" r:id="rId3" imgW="2933640" imgH="495000" progId="Equation.3">
                  <p:embed/>
                </p:oleObj>
              </mc:Choice>
              <mc:Fallback>
                <p:oleObj name="Equation" r:id="rId3" imgW="2933640" imgH="495000" progId="Equation.3">
                  <p:embed/>
                  <p:pic>
                    <p:nvPicPr>
                      <p:cNvPr id="21095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993" y="2209800"/>
                        <a:ext cx="2629807" cy="4439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9718211"/>
              </p:ext>
            </p:extLst>
          </p:nvPr>
        </p:nvGraphicFramePr>
        <p:xfrm>
          <a:off x="722993" y="2705100"/>
          <a:ext cx="648607" cy="3847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1408" name="Equation" r:id="rId5" imgW="705878" imgH="419637" progId="Equation.3">
                  <p:embed/>
                </p:oleObj>
              </mc:Choice>
              <mc:Fallback>
                <p:oleObj name="Equation" r:id="rId5" imgW="705878" imgH="419637" progId="Equation.3">
                  <p:embed/>
                  <p:pic>
                    <p:nvPicPr>
                      <p:cNvPr id="21095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993" y="2705100"/>
                        <a:ext cx="648607" cy="3847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6897466"/>
              </p:ext>
            </p:extLst>
          </p:nvPr>
        </p:nvGraphicFramePr>
        <p:xfrm>
          <a:off x="702264" y="3602083"/>
          <a:ext cx="2650536" cy="4484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1409" name="Equation" r:id="rId7" imgW="2927701" imgH="496065" progId="Equation.3">
                  <p:embed/>
                </p:oleObj>
              </mc:Choice>
              <mc:Fallback>
                <p:oleObj name="Equation" r:id="rId7" imgW="2927701" imgH="496065" progId="Equation.3">
                  <p:embed/>
                  <p:pic>
                    <p:nvPicPr>
                      <p:cNvPr id="21095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264" y="3602083"/>
                        <a:ext cx="2650536" cy="4484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0726483"/>
              </p:ext>
            </p:extLst>
          </p:nvPr>
        </p:nvGraphicFramePr>
        <p:xfrm>
          <a:off x="702265" y="4156166"/>
          <a:ext cx="1431336" cy="379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1410" name="Equation" r:id="rId9" imgW="1583359" imgH="419637" progId="Equation.3">
                  <p:embed/>
                </p:oleObj>
              </mc:Choice>
              <mc:Fallback>
                <p:oleObj name="Equation" r:id="rId9" imgW="1583359" imgH="419637" progId="Equation.3">
                  <p:embed/>
                  <p:pic>
                    <p:nvPicPr>
                      <p:cNvPr id="21095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265" y="4156166"/>
                        <a:ext cx="1431336" cy="3790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5066800"/>
              </p:ext>
            </p:extLst>
          </p:nvPr>
        </p:nvGraphicFramePr>
        <p:xfrm>
          <a:off x="715757" y="5151121"/>
          <a:ext cx="2941843" cy="5103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1411" name="Equation" r:id="rId11" imgW="3138959" imgH="544374" progId="Equation.3">
                  <p:embed/>
                </p:oleObj>
              </mc:Choice>
              <mc:Fallback>
                <p:oleObj name="Equation" r:id="rId11" imgW="3138959" imgH="544374" progId="Equation.3">
                  <p:embed/>
                  <p:pic>
                    <p:nvPicPr>
                      <p:cNvPr id="21095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757" y="5151121"/>
                        <a:ext cx="2941843" cy="5103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851400"/>
              </p:ext>
            </p:extLst>
          </p:nvPr>
        </p:nvGraphicFramePr>
        <p:xfrm>
          <a:off x="702264" y="5717250"/>
          <a:ext cx="185896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1412" name="Equation" r:id="rId13" imgW="1859510" imgH="419637" progId="Equation.3">
                  <p:embed/>
                </p:oleObj>
              </mc:Choice>
              <mc:Fallback>
                <p:oleObj name="Equation" r:id="rId13" imgW="1859510" imgH="419637" progId="Equation.3">
                  <p:embed/>
                  <p:pic>
                    <p:nvPicPr>
                      <p:cNvPr id="21095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264" y="5717250"/>
                        <a:ext cx="185896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7398698"/>
              </p:ext>
            </p:extLst>
          </p:nvPr>
        </p:nvGraphicFramePr>
        <p:xfrm>
          <a:off x="6300788" y="1866937"/>
          <a:ext cx="3706812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1413" name="Visio" r:id="rId15" imgW="860302" imgH="1588289" progId="Visio.Drawing.11">
                  <p:embed/>
                </p:oleObj>
              </mc:Choice>
              <mc:Fallback>
                <p:oleObj name="Visio" r:id="rId15" imgW="860302" imgH="1588289" progId="Visio.Drawing.11">
                  <p:embed/>
                  <p:pic>
                    <p:nvPicPr>
                      <p:cNvPr id="21095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1866937"/>
                        <a:ext cx="3706812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0201745"/>
              </p:ext>
            </p:extLst>
          </p:nvPr>
        </p:nvGraphicFramePr>
        <p:xfrm>
          <a:off x="2526393" y="1311542"/>
          <a:ext cx="673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1414" name="Equation" r:id="rId17" imgW="672840" imgH="419040" progId="Equation.3">
                  <p:embed/>
                </p:oleObj>
              </mc:Choice>
              <mc:Fallback>
                <p:oleObj name="Equation" r:id="rId17" imgW="672840" imgH="419040" progId="Equation.3">
                  <p:embed/>
                  <p:pic>
                    <p:nvPicPr>
                      <p:cNvPr id="2109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6393" y="1311542"/>
                        <a:ext cx="673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66316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98425"/>
            <a:ext cx="9563099" cy="1143000"/>
          </a:xfrm>
        </p:spPr>
        <p:txBody>
          <a:bodyPr/>
          <a:lstStyle/>
          <a:p>
            <a:r>
              <a:rPr lang="en-US" sz="4200" dirty="0" smtClean="0">
                <a:solidFill>
                  <a:srgbClr val="0000FF"/>
                </a:solidFill>
              </a:rPr>
              <a:t> </a:t>
            </a:r>
            <a:r>
              <a:rPr lang="en-US" sz="4200" b="1" dirty="0" smtClean="0">
                <a:solidFill>
                  <a:srgbClr val="0000FF"/>
                </a:solidFill>
              </a:rPr>
              <a:t>Addition And Subtraction Of Sinusoidal Quantities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6301" y="1403350"/>
            <a:ext cx="10401299" cy="4921250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2600" dirty="0">
                <a:solidFill>
                  <a:srgbClr val="0000FF"/>
                </a:solidFill>
              </a:rPr>
              <a:t>Angle</a:t>
            </a:r>
          </a:p>
          <a:p>
            <a:pPr algn="just">
              <a:lnSpc>
                <a:spcPct val="120000"/>
              </a:lnSpc>
            </a:pPr>
            <a:endParaRPr lang="en-US" sz="2600" dirty="0">
              <a:solidFill>
                <a:srgbClr val="0000FF"/>
              </a:solidFill>
            </a:endParaRPr>
          </a:p>
          <a:p>
            <a:pPr marL="0" indent="0" algn="just">
              <a:lnSpc>
                <a:spcPct val="120000"/>
              </a:lnSpc>
              <a:buNone/>
            </a:pPr>
            <a:endParaRPr lang="en-US" sz="2600" dirty="0" smtClean="0">
              <a:solidFill>
                <a:srgbClr val="0000FF"/>
              </a:solidFill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600" dirty="0" smtClean="0">
                <a:solidFill>
                  <a:srgbClr val="0000FF"/>
                </a:solidFill>
              </a:rPr>
              <a:t>Therefore</a:t>
            </a:r>
            <a:r>
              <a:rPr lang="en-US" sz="2600" dirty="0">
                <a:solidFill>
                  <a:srgbClr val="0000FF"/>
                </a:solidFill>
              </a:rPr>
              <a:t>,          part of     is</a:t>
            </a:r>
          </a:p>
          <a:p>
            <a:pPr algn="just">
              <a:lnSpc>
                <a:spcPct val="120000"/>
              </a:lnSpc>
            </a:pPr>
            <a:endParaRPr lang="en-US" sz="2600" dirty="0">
              <a:solidFill>
                <a:srgbClr val="0000FF"/>
              </a:solidFill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600" dirty="0" smtClean="0">
                <a:solidFill>
                  <a:srgbClr val="0000FF"/>
                </a:solidFill>
              </a:rPr>
              <a:t>Hence</a:t>
            </a:r>
          </a:p>
          <a:p>
            <a:pPr algn="just">
              <a:lnSpc>
                <a:spcPct val="120000"/>
              </a:lnSpc>
            </a:pPr>
            <a:endParaRPr lang="en-US" sz="26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37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7613330"/>
              </p:ext>
            </p:extLst>
          </p:nvPr>
        </p:nvGraphicFramePr>
        <p:xfrm>
          <a:off x="876301" y="1752600"/>
          <a:ext cx="4762499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2356" name="Equation" r:id="rId3" imgW="4978080" imgH="1244520" progId="Equation.3">
                  <p:embed/>
                </p:oleObj>
              </mc:Choice>
              <mc:Fallback>
                <p:oleObj name="Equation" r:id="rId3" imgW="4978080" imgH="1244520" progId="Equation.3">
                  <p:embed/>
                  <p:pic>
                    <p:nvPicPr>
                      <p:cNvPr id="21095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1" y="1752600"/>
                        <a:ext cx="4762499" cy="119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3563914"/>
              </p:ext>
            </p:extLst>
          </p:nvPr>
        </p:nvGraphicFramePr>
        <p:xfrm>
          <a:off x="2514600" y="3136900"/>
          <a:ext cx="673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2357" name="Equation" r:id="rId5" imgW="672840" imgH="419040" progId="Equation.3">
                  <p:embed/>
                </p:oleObj>
              </mc:Choice>
              <mc:Fallback>
                <p:oleObj name="Equation" r:id="rId5" imgW="672840" imgH="419040" progId="Equation.3">
                  <p:embed/>
                  <p:pic>
                    <p:nvPicPr>
                      <p:cNvPr id="21198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136900"/>
                        <a:ext cx="673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7639184"/>
              </p:ext>
            </p:extLst>
          </p:nvPr>
        </p:nvGraphicFramePr>
        <p:xfrm>
          <a:off x="4114800" y="3145327"/>
          <a:ext cx="333375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2358" name="Equation" r:id="rId7" imgW="333111" imgH="582588" progId="Equation.3">
                  <p:embed/>
                </p:oleObj>
              </mc:Choice>
              <mc:Fallback>
                <p:oleObj name="Equation" r:id="rId7" imgW="333111" imgH="582588" progId="Equation.3">
                  <p:embed/>
                  <p:pic>
                    <p:nvPicPr>
                      <p:cNvPr id="21198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145327"/>
                        <a:ext cx="333375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7923857"/>
              </p:ext>
            </p:extLst>
          </p:nvPr>
        </p:nvGraphicFramePr>
        <p:xfrm>
          <a:off x="858884" y="3663950"/>
          <a:ext cx="4932316" cy="567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2359" name="Equation" r:id="rId9" imgW="5079960" imgH="583920" progId="Equation.3">
                  <p:embed/>
                </p:oleObj>
              </mc:Choice>
              <mc:Fallback>
                <p:oleObj name="Equation" r:id="rId9" imgW="5079960" imgH="583920" progId="Equation.3">
                  <p:embed/>
                  <p:pic>
                    <p:nvPicPr>
                      <p:cNvPr id="21198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884" y="3663950"/>
                        <a:ext cx="4932316" cy="5672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4944635"/>
              </p:ext>
            </p:extLst>
          </p:nvPr>
        </p:nvGraphicFramePr>
        <p:xfrm>
          <a:off x="1828800" y="4646612"/>
          <a:ext cx="5638800" cy="1314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2360" name="Equation" r:id="rId11" imgW="6045120" imgH="1409400" progId="Equation.3">
                  <p:embed/>
                </p:oleObj>
              </mc:Choice>
              <mc:Fallback>
                <p:oleObj name="Equation" r:id="rId11" imgW="6045120" imgH="1409400" progId="Equation.3">
                  <p:embed/>
                  <p:pic>
                    <p:nvPicPr>
                      <p:cNvPr id="21197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646612"/>
                        <a:ext cx="5638800" cy="13149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55098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449761"/>
            <a:ext cx="8864601" cy="762000"/>
          </a:xfrm>
        </p:spPr>
        <p:txBody>
          <a:bodyPr/>
          <a:lstStyle/>
          <a:p>
            <a:r>
              <a:rPr lang="en-US" sz="2800" dirty="0" smtClean="0">
                <a:solidFill>
                  <a:srgbClr val="0000FF"/>
                </a:solidFill>
              </a:rPr>
              <a:t> </a:t>
            </a:r>
            <a:r>
              <a:rPr lang="en-US" sz="2800" b="1" dirty="0" smtClean="0">
                <a:solidFill>
                  <a:srgbClr val="0000FF"/>
                </a:solidFill>
              </a:rPr>
              <a:t>Group Assignment 5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71600"/>
            <a:ext cx="10591800" cy="4876800"/>
          </a:xfrm>
        </p:spPr>
        <p:txBody>
          <a:bodyPr/>
          <a:lstStyle/>
          <a:p>
            <a:pPr marL="0" indent="0" algn="just">
              <a:buNone/>
            </a:pPr>
            <a:r>
              <a:rPr lang="en-US" sz="2800" dirty="0"/>
              <a:t>Four circuit elements are connected in series across a sinusoidal alternating voltage given by                                . The instantaneous voltage across three of the elements are given </a:t>
            </a:r>
            <a:r>
              <a:rPr lang="en-US" sz="2800" dirty="0" smtClean="0"/>
              <a:t>by</a:t>
            </a:r>
          </a:p>
          <a:p>
            <a:pPr marL="0" indent="0" algn="just">
              <a:buNone/>
            </a:pPr>
            <a:endParaRPr lang="en-US" sz="2800" dirty="0" smtClean="0"/>
          </a:p>
          <a:p>
            <a:pPr marL="0" indent="0" algn="just">
              <a:buNone/>
            </a:pPr>
            <a:endParaRPr lang="en-US" sz="2800" dirty="0" smtClean="0"/>
          </a:p>
          <a:p>
            <a:pPr marL="0" indent="0" algn="just">
              <a:buNone/>
            </a:pPr>
            <a:r>
              <a:rPr lang="en-US" sz="2800" dirty="0" smtClean="0"/>
              <a:t>(</a:t>
            </a:r>
            <a:r>
              <a:rPr lang="en-US" sz="2800" dirty="0"/>
              <a:t>a)Determine the expression for </a:t>
            </a:r>
            <a:r>
              <a:rPr lang="en-US" sz="2800" dirty="0" smtClean="0"/>
              <a:t>the </a:t>
            </a:r>
            <a:r>
              <a:rPr lang="en-US" sz="2800" dirty="0"/>
              <a:t>fourth voltage in the form </a:t>
            </a:r>
          </a:p>
          <a:p>
            <a:pPr marL="0" indent="0" algn="just">
              <a:buNone/>
            </a:pPr>
            <a:endParaRPr lang="en-US" sz="2800" dirty="0" smtClean="0"/>
          </a:p>
          <a:p>
            <a:pPr marL="0" indent="0" algn="just">
              <a:buNone/>
            </a:pPr>
            <a:r>
              <a:rPr lang="en-US" sz="2800" dirty="0" smtClean="0"/>
              <a:t>(</a:t>
            </a:r>
            <a:r>
              <a:rPr lang="en-US" sz="2800" dirty="0"/>
              <a:t>b) What is the </a:t>
            </a:r>
            <a:r>
              <a:rPr lang="en-US" sz="2800" dirty="0" err="1"/>
              <a:t>r.m.s</a:t>
            </a:r>
            <a:r>
              <a:rPr lang="en-US" sz="2800" dirty="0"/>
              <a:t>. value of </a:t>
            </a:r>
            <a:r>
              <a:rPr lang="en-US" sz="2800" i="1" dirty="0"/>
              <a:t>v</a:t>
            </a:r>
            <a:r>
              <a:rPr lang="en-US" sz="2800" baseline="-25000" dirty="0"/>
              <a:t>4</a:t>
            </a:r>
            <a:r>
              <a:rPr lang="en-US" sz="2800" dirty="0" smtClean="0"/>
              <a:t>?</a:t>
            </a:r>
          </a:p>
          <a:p>
            <a:pPr marL="0" indent="0" algn="just">
              <a:buNone/>
            </a:pPr>
            <a:r>
              <a:rPr lang="en-US" sz="2800" b="1" dirty="0" smtClean="0"/>
              <a:t>Use </a:t>
            </a:r>
            <a:r>
              <a:rPr lang="en-US" sz="2800" b="1" dirty="0"/>
              <a:t>phasor diagrams. DO NOT use complex number approach</a:t>
            </a:r>
          </a:p>
          <a:p>
            <a:pPr marL="0" indent="0" algn="just">
              <a:buNone/>
            </a:pPr>
            <a:endParaRPr lang="en-US" sz="2800" dirty="0"/>
          </a:p>
          <a:p>
            <a:pPr marL="0" indent="0" algn="just">
              <a:buNone/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z="2800" smtClean="0">
                <a:solidFill>
                  <a:srgbClr val="000000"/>
                </a:solidFill>
              </a:rPr>
              <a:pPr>
                <a:defRPr/>
              </a:pPr>
              <a:t>38</a:t>
            </a:fld>
            <a:endParaRPr lang="ko-KR" altLang="en-US" sz="2800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1917749"/>
              </p:ext>
            </p:extLst>
          </p:nvPr>
        </p:nvGraphicFramePr>
        <p:xfrm>
          <a:off x="3124200" y="1791198"/>
          <a:ext cx="2514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3326" name="Equation" r:id="rId3" imgW="1269355" imgH="228925" progId="Equation.3">
                  <p:embed/>
                </p:oleObj>
              </mc:Choice>
              <mc:Fallback>
                <p:oleObj name="Equation" r:id="rId3" imgW="1269355" imgH="228925" progId="Equation.3">
                  <p:embed/>
                  <p:pic>
                    <p:nvPicPr>
                      <p:cNvPr id="19866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791198"/>
                        <a:ext cx="25146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5600524"/>
              </p:ext>
            </p:extLst>
          </p:nvPr>
        </p:nvGraphicFramePr>
        <p:xfrm>
          <a:off x="838200" y="2887663"/>
          <a:ext cx="7620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3327" name="Equation" r:id="rId5" imgW="8178480" imgH="457200" progId="Equation.3">
                  <p:embed/>
                </p:oleObj>
              </mc:Choice>
              <mc:Fallback>
                <p:oleObj name="Equation" r:id="rId5" imgW="8178480" imgH="457200" progId="Equation.3">
                  <p:embed/>
                  <p:pic>
                    <p:nvPicPr>
                      <p:cNvPr id="19866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887663"/>
                        <a:ext cx="7620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9138678"/>
              </p:ext>
            </p:extLst>
          </p:nvPr>
        </p:nvGraphicFramePr>
        <p:xfrm>
          <a:off x="1066800" y="4191000"/>
          <a:ext cx="3505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3328" name="Equation" r:id="rId7" imgW="1134525" imgH="218831" progId="Equation.3">
                  <p:embed/>
                </p:oleObj>
              </mc:Choice>
              <mc:Fallback>
                <p:oleObj name="Equation" r:id="rId7" imgW="1134525" imgH="218831" progId="Equation.3">
                  <p:embed/>
                  <p:pic>
                    <p:nvPicPr>
                      <p:cNvPr id="19866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191000"/>
                        <a:ext cx="35052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0056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8674"/>
            <a:ext cx="8712200" cy="838200"/>
          </a:xfrm>
        </p:spPr>
        <p:txBody>
          <a:bodyPr/>
          <a:lstStyle/>
          <a:p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b="1" dirty="0" smtClean="0">
                <a:solidFill>
                  <a:srgbClr val="0000FF"/>
                </a:solidFill>
              </a:rPr>
              <a:t>Impedance (Z)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1600"/>
            <a:ext cx="10744200" cy="4724400"/>
          </a:xfrm>
        </p:spPr>
        <p:txBody>
          <a:bodyPr/>
          <a:lstStyle/>
          <a:p>
            <a:pPr marL="346075" indent="-346075"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The opposition to current flow in ac circuits owing to the presence of combinations of resistive, inductive and capacitive elements</a:t>
            </a:r>
            <a:r>
              <a:rPr lang="en-US" sz="2800" dirty="0" smtClean="0">
                <a:solidFill>
                  <a:srgbClr val="0000FF"/>
                </a:solidFill>
              </a:rPr>
              <a:t>.</a:t>
            </a:r>
          </a:p>
          <a:p>
            <a:pPr marL="0" indent="0">
              <a:buNone/>
            </a:pPr>
            <a:endParaRPr lang="en-US" sz="2800" dirty="0">
              <a:solidFill>
                <a:srgbClr val="0000FF"/>
              </a:solidFill>
            </a:endParaRPr>
          </a:p>
          <a:p>
            <a:pPr marL="346075" indent="-346075"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Opposition due to inductance (L) is called inductive reactance(X</a:t>
            </a:r>
            <a:r>
              <a:rPr lang="en-US" sz="2800" baseline="-25000" dirty="0">
                <a:solidFill>
                  <a:srgbClr val="0000FF"/>
                </a:solidFill>
              </a:rPr>
              <a:t>L</a:t>
            </a:r>
            <a:r>
              <a:rPr lang="en-US" sz="2800" dirty="0" smtClean="0">
                <a:solidFill>
                  <a:srgbClr val="0000FF"/>
                </a:solidFill>
              </a:rPr>
              <a:t>).</a:t>
            </a:r>
          </a:p>
          <a:p>
            <a:pPr marL="0" indent="0">
              <a:buNone/>
            </a:pPr>
            <a:endParaRPr lang="en-US" sz="2800" dirty="0">
              <a:solidFill>
                <a:srgbClr val="0000FF"/>
              </a:solidFill>
            </a:endParaRPr>
          </a:p>
          <a:p>
            <a:pPr marL="346075" indent="-346075"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Opposition due to capacitance is called capacitive reactance(X</a:t>
            </a:r>
            <a:r>
              <a:rPr lang="en-US" sz="2800" baseline="-25000" dirty="0">
                <a:solidFill>
                  <a:srgbClr val="0000FF"/>
                </a:solidFill>
              </a:rPr>
              <a:t>C</a:t>
            </a:r>
            <a:r>
              <a:rPr lang="en-US" sz="2800" dirty="0">
                <a:solidFill>
                  <a:srgbClr val="0000FF"/>
                </a:solidFill>
              </a:rPr>
              <a:t>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39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279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457200"/>
            <a:ext cx="8731794" cy="631371"/>
          </a:xfrm>
        </p:spPr>
        <p:txBody>
          <a:bodyPr/>
          <a:lstStyle/>
          <a:p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b="1" dirty="0" smtClean="0">
                <a:solidFill>
                  <a:srgbClr val="0000FF"/>
                </a:solidFill>
              </a:rPr>
              <a:t>Impedance (Z)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7800"/>
            <a:ext cx="10439400" cy="4674326"/>
          </a:xfrm>
        </p:spPr>
        <p:txBody>
          <a:bodyPr/>
          <a:lstStyle/>
          <a:p>
            <a:pPr marL="346075" indent="-346075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600" dirty="0" smtClean="0">
                <a:solidFill>
                  <a:srgbClr val="0000FF"/>
                </a:solidFill>
              </a:rPr>
              <a:t>Phase relationship between the current and voltage in a resistor</a:t>
            </a:r>
          </a:p>
          <a:p>
            <a:pPr marL="346075" indent="-346075" algn="just">
              <a:lnSpc>
                <a:spcPct val="120000"/>
              </a:lnSpc>
              <a:buFont typeface="Wingdings" pitchFamily="2" charset="2"/>
              <a:buChar char="v"/>
            </a:pPr>
            <a:endParaRPr lang="en-US" sz="2600" dirty="0">
              <a:solidFill>
                <a:srgbClr val="0000FF"/>
              </a:solidFill>
            </a:endParaRPr>
          </a:p>
          <a:p>
            <a:pPr marL="346075" indent="-346075" algn="just">
              <a:lnSpc>
                <a:spcPct val="120000"/>
              </a:lnSpc>
              <a:buFont typeface="Wingdings" pitchFamily="2" charset="2"/>
              <a:buChar char="v"/>
            </a:pPr>
            <a:endParaRPr lang="en-US" sz="2600" dirty="0" smtClean="0">
              <a:solidFill>
                <a:srgbClr val="0000FF"/>
              </a:solidFill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600" dirty="0" smtClean="0">
                <a:solidFill>
                  <a:srgbClr val="0000FF"/>
                </a:solidFill>
              </a:rPr>
              <a:t>Let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en-US" sz="2600" dirty="0">
              <a:solidFill>
                <a:srgbClr val="0000FF"/>
              </a:solidFill>
            </a:endParaRPr>
          </a:p>
          <a:p>
            <a:pPr marL="0" indent="0" algn="just">
              <a:lnSpc>
                <a:spcPct val="120000"/>
              </a:lnSpc>
              <a:buNone/>
            </a:pPr>
            <a:endParaRPr lang="en-US" sz="2600" dirty="0" smtClean="0">
              <a:solidFill>
                <a:srgbClr val="0000FF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600" dirty="0" smtClean="0">
                <a:solidFill>
                  <a:srgbClr val="0000FF"/>
                </a:solidFill>
              </a:rPr>
              <a:t>It </a:t>
            </a:r>
            <a:r>
              <a:rPr lang="en-US" sz="2600" dirty="0">
                <a:solidFill>
                  <a:srgbClr val="0000FF"/>
                </a:solidFill>
              </a:rPr>
              <a:t>is noted that the voltage across and the current through a resistor </a:t>
            </a:r>
            <a:r>
              <a:rPr lang="en-US" sz="2600" dirty="0" smtClean="0">
                <a:solidFill>
                  <a:srgbClr val="0000FF"/>
                </a:solidFill>
              </a:rPr>
              <a:t>are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600" dirty="0" smtClean="0">
                <a:solidFill>
                  <a:srgbClr val="0000FF"/>
                </a:solidFill>
              </a:rPr>
              <a:t> </a:t>
            </a:r>
            <a:r>
              <a:rPr lang="en-US" sz="2600" dirty="0">
                <a:solidFill>
                  <a:srgbClr val="0000FF"/>
                </a:solidFill>
              </a:rPr>
              <a:t>in phase.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en-US" sz="2600" b="1" dirty="0">
              <a:solidFill>
                <a:srgbClr val="0000FF"/>
              </a:solidFill>
            </a:endParaRPr>
          </a:p>
          <a:p>
            <a:pPr marL="346075" indent="-346075" algn="just">
              <a:lnSpc>
                <a:spcPct val="120000"/>
              </a:lnSpc>
              <a:buFont typeface="Wingdings" pitchFamily="2" charset="2"/>
              <a:buChar char="v"/>
            </a:pPr>
            <a:endParaRPr lang="en-US" sz="26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40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3299436"/>
              </p:ext>
            </p:extLst>
          </p:nvPr>
        </p:nvGraphicFramePr>
        <p:xfrm>
          <a:off x="1447800" y="1905000"/>
          <a:ext cx="990600" cy="1024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4378" name="Equation" r:id="rId3" imgW="1117440" imgH="1155600" progId="Equation.3">
                  <p:embed/>
                </p:oleObj>
              </mc:Choice>
              <mc:Fallback>
                <p:oleObj name="Equation" r:id="rId3" imgW="1117440" imgH="1155600" progId="Equation.3">
                  <p:embed/>
                  <p:pic>
                    <p:nvPicPr>
                      <p:cNvPr id="21504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905000"/>
                        <a:ext cx="990600" cy="10243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1598264"/>
              </p:ext>
            </p:extLst>
          </p:nvPr>
        </p:nvGraphicFramePr>
        <p:xfrm>
          <a:off x="8001000" y="1905000"/>
          <a:ext cx="3416300" cy="2133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4379" name="Visio" r:id="rId5" imgW="1345423" imgH="1144627" progId="Visio.Drawing.11">
                  <p:embed/>
                </p:oleObj>
              </mc:Choice>
              <mc:Fallback>
                <p:oleObj name="Visio" r:id="rId5" imgW="1345423" imgH="1144627" progId="Visio.Drawing.11">
                  <p:embed/>
                  <p:pic>
                    <p:nvPicPr>
                      <p:cNvPr id="21504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1905000"/>
                        <a:ext cx="3416300" cy="21335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2581281"/>
              </p:ext>
            </p:extLst>
          </p:nvPr>
        </p:nvGraphicFramePr>
        <p:xfrm>
          <a:off x="1600200" y="3124031"/>
          <a:ext cx="2133600" cy="4939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4380" name="Equation" r:id="rId7" imgW="2577960" imgH="596880" progId="Equation.3">
                  <p:embed/>
                </p:oleObj>
              </mc:Choice>
              <mc:Fallback>
                <p:oleObj name="Equation" r:id="rId7" imgW="2577960" imgH="596880" progId="Equation.3">
                  <p:embed/>
                  <p:pic>
                    <p:nvPicPr>
                      <p:cNvPr id="21504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124031"/>
                        <a:ext cx="2133600" cy="4939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8322914"/>
              </p:ext>
            </p:extLst>
          </p:nvPr>
        </p:nvGraphicFramePr>
        <p:xfrm>
          <a:off x="914400" y="3691195"/>
          <a:ext cx="5226050" cy="1054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4381" name="Equation" r:id="rId9" imgW="5727600" imgH="1155600" progId="Equation.3">
                  <p:embed/>
                </p:oleObj>
              </mc:Choice>
              <mc:Fallback>
                <p:oleObj name="Equation" r:id="rId9" imgW="5727600" imgH="1155600" progId="Equation.3">
                  <p:embed/>
                  <p:pic>
                    <p:nvPicPr>
                      <p:cNvPr id="21504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691195"/>
                        <a:ext cx="5226050" cy="1054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0858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565150"/>
            <a:ext cx="8978900" cy="685800"/>
          </a:xfrm>
        </p:spPr>
        <p:txBody>
          <a:bodyPr/>
          <a:lstStyle/>
          <a:p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b="1" dirty="0" smtClean="0">
                <a:solidFill>
                  <a:srgbClr val="0000FF"/>
                </a:solidFill>
              </a:rPr>
              <a:t>Impedance (Z)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6075" indent="-346075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600" dirty="0">
                <a:solidFill>
                  <a:srgbClr val="0000FF"/>
                </a:solidFill>
              </a:rPr>
              <a:t>Phase relationship between the current and voltage in an </a:t>
            </a:r>
            <a:r>
              <a:rPr lang="en-US" sz="2600" dirty="0" smtClean="0">
                <a:solidFill>
                  <a:srgbClr val="0000FF"/>
                </a:solidFill>
              </a:rPr>
              <a:t>inductor</a:t>
            </a:r>
          </a:p>
          <a:p>
            <a:pPr marL="346075" indent="-346075" algn="just">
              <a:lnSpc>
                <a:spcPct val="120000"/>
              </a:lnSpc>
              <a:buFont typeface="Wingdings" pitchFamily="2" charset="2"/>
              <a:buChar char="v"/>
            </a:pPr>
            <a:endParaRPr lang="en-US" sz="2600" dirty="0">
              <a:solidFill>
                <a:srgbClr val="0000FF"/>
              </a:solidFill>
            </a:endParaRPr>
          </a:p>
          <a:p>
            <a:pPr marL="346075" indent="-346075" algn="just">
              <a:lnSpc>
                <a:spcPct val="120000"/>
              </a:lnSpc>
              <a:buFont typeface="Wingdings" pitchFamily="2" charset="2"/>
              <a:buChar char="v"/>
            </a:pPr>
            <a:endParaRPr lang="en-US" sz="2600" dirty="0" smtClean="0">
              <a:solidFill>
                <a:srgbClr val="0000FF"/>
              </a:solidFill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600" dirty="0" smtClean="0">
                <a:solidFill>
                  <a:srgbClr val="0000FF"/>
                </a:solidFill>
              </a:rPr>
              <a:t>Let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en-US" sz="2600" dirty="0">
              <a:solidFill>
                <a:srgbClr val="0000FF"/>
              </a:solidFill>
            </a:endParaRPr>
          </a:p>
          <a:p>
            <a:pPr marL="0" indent="0" algn="just">
              <a:lnSpc>
                <a:spcPct val="120000"/>
              </a:lnSpc>
              <a:buNone/>
            </a:pPr>
            <a:endParaRPr lang="en-US" sz="2600" dirty="0">
              <a:solidFill>
                <a:srgbClr val="0000FF"/>
              </a:solidFill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600" dirty="0" smtClean="0">
                <a:solidFill>
                  <a:srgbClr val="0000FF"/>
                </a:solidFill>
              </a:rPr>
              <a:t>It </a:t>
            </a:r>
            <a:r>
              <a:rPr lang="en-US" sz="2600" dirty="0">
                <a:solidFill>
                  <a:srgbClr val="0000FF"/>
                </a:solidFill>
              </a:rPr>
              <a:t>is noted that the current through an inductor lags the voltage by 90</a:t>
            </a:r>
            <a:r>
              <a:rPr lang="en-US" sz="2600" baseline="30000" dirty="0">
                <a:solidFill>
                  <a:srgbClr val="0000FF"/>
                </a:solidFill>
              </a:rPr>
              <a:t>0</a:t>
            </a:r>
            <a:r>
              <a:rPr lang="en-US" sz="2600" dirty="0">
                <a:solidFill>
                  <a:srgbClr val="0000FF"/>
                </a:solidFill>
              </a:rPr>
              <a:t>.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en-US" sz="2600" dirty="0">
              <a:solidFill>
                <a:srgbClr val="0000FF"/>
              </a:solidFill>
            </a:endParaRPr>
          </a:p>
          <a:p>
            <a:pPr marL="346075" indent="-346075" algn="just">
              <a:lnSpc>
                <a:spcPct val="120000"/>
              </a:lnSpc>
              <a:buFont typeface="Wingdings" pitchFamily="2" charset="2"/>
              <a:buChar char="v"/>
            </a:pPr>
            <a:endParaRPr lang="en-US" sz="26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41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945071"/>
              </p:ext>
            </p:extLst>
          </p:nvPr>
        </p:nvGraphicFramePr>
        <p:xfrm>
          <a:off x="1371600" y="1905000"/>
          <a:ext cx="1447800" cy="10406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04" name="Equation" r:id="rId3" imgW="1625400" imgH="1168200" progId="Equation.3">
                  <p:embed/>
                </p:oleObj>
              </mc:Choice>
              <mc:Fallback>
                <p:oleObj name="Equation" r:id="rId3" imgW="1625400" imgH="1168200" progId="Equation.3">
                  <p:embed/>
                  <p:pic>
                    <p:nvPicPr>
                      <p:cNvPr id="21709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905000"/>
                        <a:ext cx="1447800" cy="10406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880522"/>
              </p:ext>
            </p:extLst>
          </p:nvPr>
        </p:nvGraphicFramePr>
        <p:xfrm>
          <a:off x="6502400" y="2438400"/>
          <a:ext cx="1803400" cy="5058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05" name="Equation" r:id="rId5" imgW="2082600" imgH="583920" progId="Equation.3">
                  <p:embed/>
                </p:oleObj>
              </mc:Choice>
              <mc:Fallback>
                <p:oleObj name="Equation" r:id="rId5" imgW="2082600" imgH="583920" progId="Equation.3">
                  <p:embed/>
                  <p:pic>
                    <p:nvPicPr>
                      <p:cNvPr id="21812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2400" y="2438400"/>
                        <a:ext cx="1803400" cy="5058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4031167"/>
              </p:ext>
            </p:extLst>
          </p:nvPr>
        </p:nvGraphicFramePr>
        <p:xfrm>
          <a:off x="8523288" y="1447800"/>
          <a:ext cx="2830512" cy="2166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06" name="Visio" r:id="rId7" imgW="1611817" imgH="1293522" progId="Visio.Drawing.11">
                  <p:embed/>
                </p:oleObj>
              </mc:Choice>
              <mc:Fallback>
                <p:oleObj name="Visio" r:id="rId7" imgW="1611817" imgH="1293522" progId="Visio.Drawing.11">
                  <p:embed/>
                  <p:pic>
                    <p:nvPicPr>
                      <p:cNvPr id="21709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3288" y="1447800"/>
                        <a:ext cx="2830512" cy="21666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9597698"/>
              </p:ext>
            </p:extLst>
          </p:nvPr>
        </p:nvGraphicFramePr>
        <p:xfrm>
          <a:off x="1752600" y="3100183"/>
          <a:ext cx="2133600" cy="5142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07" name="Equation" r:id="rId9" imgW="2476440" imgH="596880" progId="Equation.3">
                  <p:embed/>
                </p:oleObj>
              </mc:Choice>
              <mc:Fallback>
                <p:oleObj name="Equation" r:id="rId9" imgW="2476440" imgH="596880" progId="Equation.3">
                  <p:embed/>
                  <p:pic>
                    <p:nvPicPr>
                      <p:cNvPr id="21504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100183"/>
                        <a:ext cx="2133600" cy="5142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0992590"/>
              </p:ext>
            </p:extLst>
          </p:nvPr>
        </p:nvGraphicFramePr>
        <p:xfrm>
          <a:off x="1735183" y="3654487"/>
          <a:ext cx="7391400" cy="573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08" name="Equation" r:id="rId11" imgW="8013600" imgH="622080" progId="Equation.3">
                  <p:embed/>
                </p:oleObj>
              </mc:Choice>
              <mc:Fallback>
                <p:oleObj name="Equation" r:id="rId11" imgW="8013600" imgH="622080" progId="Equation.3">
                  <p:embed/>
                  <p:pic>
                    <p:nvPicPr>
                      <p:cNvPr id="21504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5183" y="3654487"/>
                        <a:ext cx="7391400" cy="5739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4673927"/>
              </p:ext>
            </p:extLst>
          </p:nvPr>
        </p:nvGraphicFramePr>
        <p:xfrm>
          <a:off x="2010773" y="4209653"/>
          <a:ext cx="36957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09" name="Equation" r:id="rId13" imgW="3695400" imgH="622080" progId="Equation.3">
                  <p:embed/>
                </p:oleObj>
              </mc:Choice>
              <mc:Fallback>
                <p:oleObj name="Equation" r:id="rId13" imgW="3695400" imgH="622080" progId="Equation.3">
                  <p:embed/>
                  <p:pic>
                    <p:nvPicPr>
                      <p:cNvPr id="21709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0773" y="4209653"/>
                        <a:ext cx="36957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6637138"/>
              </p:ext>
            </p:extLst>
          </p:nvPr>
        </p:nvGraphicFramePr>
        <p:xfrm>
          <a:off x="7823200" y="5295900"/>
          <a:ext cx="18288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10" name="Equation" r:id="rId15" imgW="1828800" imgH="583920" progId="Equation.3">
                  <p:embed/>
                </p:oleObj>
              </mc:Choice>
              <mc:Fallback>
                <p:oleObj name="Equation" r:id="rId15" imgW="1828800" imgH="583920" progId="Equation.3">
                  <p:embed/>
                  <p:pic>
                    <p:nvPicPr>
                      <p:cNvPr id="21811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3200" y="5295900"/>
                        <a:ext cx="18288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762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Impedance (Z)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6075" lvl="0" indent="-346075" algn="just" fontAlgn="auto" latinLnBrk="0">
              <a:lnSpc>
                <a:spcPct val="120000"/>
              </a:lnSpc>
              <a:spcAft>
                <a:spcPts val="0"/>
              </a:spcAft>
              <a:buFont typeface="Wingdings" pitchFamily="2" charset="2"/>
              <a:buChar char="v"/>
            </a:pPr>
            <a:r>
              <a:rPr kumimoji="0" lang="en-US" sz="2800" kern="1200" dirty="0">
                <a:solidFill>
                  <a:srgbClr val="0000FF"/>
                </a:solidFill>
                <a:latin typeface="+mn-lt"/>
              </a:rPr>
              <a:t>Phase relationship between the current and voltage in an inductor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42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9352188"/>
              </p:ext>
            </p:extLst>
          </p:nvPr>
        </p:nvGraphicFramePr>
        <p:xfrm>
          <a:off x="2565400" y="2038350"/>
          <a:ext cx="162560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507" name="Equation" r:id="rId3" imgW="1625400" imgH="1168200" progId="Equation.3">
                  <p:embed/>
                </p:oleObj>
              </mc:Choice>
              <mc:Fallback>
                <p:oleObj name="Equation" r:id="rId3" imgW="1625400" imgH="1168200" progId="Equation.3">
                  <p:embed/>
                  <p:pic>
                    <p:nvPicPr>
                      <p:cNvPr id="21709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400" y="2038350"/>
                        <a:ext cx="1625600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6745012"/>
              </p:ext>
            </p:extLst>
          </p:nvPr>
        </p:nvGraphicFramePr>
        <p:xfrm>
          <a:off x="4876800" y="2238375"/>
          <a:ext cx="20828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508" name="Equation" r:id="rId5" imgW="2082600" imgH="583920" progId="Equation.3">
                  <p:embed/>
                </p:oleObj>
              </mc:Choice>
              <mc:Fallback>
                <p:oleObj name="Equation" r:id="rId5" imgW="2082600" imgH="583920" progId="Equation.3">
                  <p:embed/>
                  <p:pic>
                    <p:nvPicPr>
                      <p:cNvPr id="21812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2238375"/>
                        <a:ext cx="20828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7251451"/>
              </p:ext>
            </p:extLst>
          </p:nvPr>
        </p:nvGraphicFramePr>
        <p:xfrm>
          <a:off x="10007600" y="1396546"/>
          <a:ext cx="2830512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509" name="Visio" r:id="rId7" imgW="1611817" imgH="1293522" progId="Visio.Drawing.11">
                  <p:embed/>
                </p:oleObj>
              </mc:Choice>
              <mc:Fallback>
                <p:oleObj name="Visio" r:id="rId7" imgW="1611817" imgH="1293522" progId="Visio.Drawing.11">
                  <p:embed/>
                  <p:pic>
                    <p:nvPicPr>
                      <p:cNvPr id="21709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7600" y="1396546"/>
                        <a:ext cx="2830512" cy="251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/>
          <p:nvPr/>
        </p:nvSpPr>
        <p:spPr>
          <a:xfrm>
            <a:off x="1418338" y="3330051"/>
            <a:ext cx="643125" cy="6093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6075" lvl="0" indent="-346075" algn="just">
              <a:lnSpc>
                <a:spcPct val="120000"/>
              </a:lnSpc>
              <a:spcBef>
                <a:spcPct val="20000"/>
              </a:spcBef>
            </a:pPr>
            <a:r>
              <a:rPr lang="en-US" sz="2800" dirty="0">
                <a:solidFill>
                  <a:srgbClr val="0000FF"/>
                </a:solidFill>
              </a:rPr>
              <a:t>Let</a:t>
            </a:r>
          </a:p>
        </p:txBody>
      </p:sp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3639455"/>
              </p:ext>
            </p:extLst>
          </p:nvPr>
        </p:nvGraphicFramePr>
        <p:xfrm>
          <a:off x="2565400" y="3359150"/>
          <a:ext cx="2476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510" name="Equation" r:id="rId9" imgW="2476440" imgH="596880" progId="Equation.3">
                  <p:embed/>
                </p:oleObj>
              </mc:Choice>
              <mc:Fallback>
                <p:oleObj name="Equation" r:id="rId9" imgW="2476440" imgH="596880" progId="Equation.3">
                  <p:embed/>
                  <p:pic>
                    <p:nvPicPr>
                      <p:cNvPr id="21504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400" y="3359150"/>
                        <a:ext cx="24765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7"/>
          <p:cNvGraphicFramePr>
            <a:graphicFrameLocks noChangeAspect="1"/>
          </p:cNvGraphicFramePr>
          <p:nvPr/>
        </p:nvGraphicFramePr>
        <p:xfrm>
          <a:off x="2501900" y="3962400"/>
          <a:ext cx="80137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511" name="Equation" r:id="rId11" imgW="8013600" imgH="622080" progId="Equation.3">
                  <p:embed/>
                </p:oleObj>
              </mc:Choice>
              <mc:Fallback>
                <p:oleObj name="Equation" r:id="rId11" imgW="8013600" imgH="622080" progId="Equation.3">
                  <p:embed/>
                  <p:pic>
                    <p:nvPicPr>
                      <p:cNvPr id="21504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0" y="3962400"/>
                        <a:ext cx="80137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2657905"/>
              </p:ext>
            </p:extLst>
          </p:nvPr>
        </p:nvGraphicFramePr>
        <p:xfrm>
          <a:off x="2857500" y="4648200"/>
          <a:ext cx="3695700" cy="418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512" name="Equation" r:id="rId13" imgW="3695400" imgH="622080" progId="Equation.3">
                  <p:embed/>
                </p:oleObj>
              </mc:Choice>
              <mc:Fallback>
                <p:oleObj name="Equation" r:id="rId13" imgW="3695400" imgH="622080" progId="Equation.3">
                  <p:embed/>
                  <p:pic>
                    <p:nvPicPr>
                      <p:cNvPr id="21709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4648200"/>
                        <a:ext cx="3695700" cy="4188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/>
          <p:cNvSpPr/>
          <p:nvPr/>
        </p:nvSpPr>
        <p:spPr>
          <a:xfrm>
            <a:off x="1108166" y="5111004"/>
            <a:ext cx="10134600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6075" lvl="0" indent="1588" algn="just">
              <a:lnSpc>
                <a:spcPct val="120000"/>
              </a:lnSpc>
              <a:spcBef>
                <a:spcPct val="20000"/>
              </a:spcBef>
            </a:pPr>
            <a:r>
              <a:rPr lang="en-US" sz="2800" dirty="0">
                <a:solidFill>
                  <a:srgbClr val="0000FF"/>
                </a:solidFill>
              </a:rPr>
              <a:t>It is noted that the current through an inductor lags the voltage by 90</a:t>
            </a:r>
            <a:r>
              <a:rPr lang="en-US" sz="2800" baseline="30000" dirty="0">
                <a:solidFill>
                  <a:srgbClr val="0000FF"/>
                </a:solidFill>
              </a:rPr>
              <a:t>0</a:t>
            </a:r>
            <a:r>
              <a:rPr lang="en-US" sz="2800" dirty="0">
                <a:solidFill>
                  <a:srgbClr val="0000FF"/>
                </a:solidFill>
              </a:rPr>
              <a:t>.</a:t>
            </a:r>
          </a:p>
        </p:txBody>
      </p:sp>
      <p:graphicFrame>
        <p:nvGraphicFramePr>
          <p:cNvPr id="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6867599"/>
              </p:ext>
            </p:extLst>
          </p:nvPr>
        </p:nvGraphicFramePr>
        <p:xfrm>
          <a:off x="5400585" y="5548557"/>
          <a:ext cx="18288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513" name="Equation" r:id="rId15" imgW="1828800" imgH="583920" progId="Equation.3">
                  <p:embed/>
                </p:oleObj>
              </mc:Choice>
              <mc:Fallback>
                <p:oleObj name="Equation" r:id="rId15" imgW="1828800" imgH="583920" progId="Equation.3">
                  <p:embed/>
                  <p:pic>
                    <p:nvPicPr>
                      <p:cNvPr id="21811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0585" y="5548557"/>
                        <a:ext cx="18288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63087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Impedance (Z)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6075" lvl="0" indent="-346075" algn="just" fontAlgn="auto" latinLnBrk="0">
              <a:lnSpc>
                <a:spcPct val="120000"/>
              </a:lnSpc>
              <a:spcAft>
                <a:spcPts val="0"/>
              </a:spcAft>
              <a:buFont typeface="Wingdings" pitchFamily="2" charset="2"/>
              <a:buChar char="v"/>
            </a:pPr>
            <a:r>
              <a:rPr kumimoji="0" lang="en-US" sz="2800" kern="1200" dirty="0">
                <a:solidFill>
                  <a:srgbClr val="0000FF"/>
                </a:solidFill>
                <a:latin typeface="+mn-lt"/>
              </a:rPr>
              <a:t>Phase relationship between the current and voltage in a capacitor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43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7"/>
          <p:cNvGraphicFramePr>
            <a:graphicFrameLocks noChangeAspect="1"/>
          </p:cNvGraphicFramePr>
          <p:nvPr/>
        </p:nvGraphicFramePr>
        <p:xfrm>
          <a:off x="2616200" y="2108200"/>
          <a:ext cx="15240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530" name="Equation" r:id="rId3" imgW="1523880" imgH="1168200" progId="Equation.3">
                  <p:embed/>
                </p:oleObj>
              </mc:Choice>
              <mc:Fallback>
                <p:oleObj name="Equation" r:id="rId3" imgW="1523880" imgH="1168200" progId="Equation.3">
                  <p:embed/>
                  <p:pic>
                    <p:nvPicPr>
                      <p:cNvPr id="21709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6200" y="2108200"/>
                        <a:ext cx="152400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"/>
          <p:cNvGraphicFramePr>
            <a:graphicFrameLocks noChangeAspect="1"/>
          </p:cNvGraphicFramePr>
          <p:nvPr/>
        </p:nvGraphicFramePr>
        <p:xfrm>
          <a:off x="5664200" y="2266950"/>
          <a:ext cx="2146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531" name="Equation" r:id="rId5" imgW="2145960" imgH="596880" progId="Equation.3">
                  <p:embed/>
                </p:oleObj>
              </mc:Choice>
              <mc:Fallback>
                <p:oleObj name="Equation" r:id="rId5" imgW="2145960" imgH="596880" progId="Equation.3">
                  <p:embed/>
                  <p:pic>
                    <p:nvPicPr>
                      <p:cNvPr id="21709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200" y="2266950"/>
                        <a:ext cx="21463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"/>
          <p:cNvGraphicFramePr>
            <a:graphicFrameLocks noChangeAspect="1"/>
          </p:cNvGraphicFramePr>
          <p:nvPr/>
        </p:nvGraphicFramePr>
        <p:xfrm>
          <a:off x="8001000" y="1600201"/>
          <a:ext cx="3059112" cy="2128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532" name="Visio" r:id="rId7" imgW="1240154" imgH="1058104" progId="Visio.Drawing.11">
                  <p:embed/>
                </p:oleObj>
              </mc:Choice>
              <mc:Fallback>
                <p:oleObj name="Visio" r:id="rId7" imgW="1240154" imgH="1058104" progId="Visio.Drawing.11">
                  <p:embed/>
                  <p:pic>
                    <p:nvPicPr>
                      <p:cNvPr id="21709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1600201"/>
                        <a:ext cx="3059112" cy="21288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1295400" y="3462224"/>
            <a:ext cx="631583" cy="5749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6075" lvl="0" indent="-346075" algn="just">
              <a:lnSpc>
                <a:spcPct val="120000"/>
              </a:lnSpc>
              <a:spcBef>
                <a:spcPct val="20000"/>
              </a:spcBef>
            </a:pPr>
            <a:r>
              <a:rPr lang="en-US" sz="2800" dirty="0">
                <a:solidFill>
                  <a:srgbClr val="0000FF"/>
                </a:solidFill>
                <a:latin typeface="Calibri"/>
              </a:rPr>
              <a:t>Let</a:t>
            </a:r>
          </a:p>
        </p:txBody>
      </p:sp>
      <p:graphicFrame>
        <p:nvGraphicFramePr>
          <p:cNvPr id="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2165372"/>
              </p:ext>
            </p:extLst>
          </p:nvPr>
        </p:nvGraphicFramePr>
        <p:xfrm>
          <a:off x="2422071" y="3482725"/>
          <a:ext cx="2578100" cy="439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533" name="Equation" r:id="rId9" imgW="2577960" imgH="596880" progId="Equation.3">
                  <p:embed/>
                </p:oleObj>
              </mc:Choice>
              <mc:Fallback>
                <p:oleObj name="Equation" r:id="rId9" imgW="2577960" imgH="596880" progId="Equation.3">
                  <p:embed/>
                  <p:pic>
                    <p:nvPicPr>
                      <p:cNvPr id="21504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2071" y="3482725"/>
                        <a:ext cx="2578100" cy="4397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9603080"/>
              </p:ext>
            </p:extLst>
          </p:nvPr>
        </p:nvGraphicFramePr>
        <p:xfrm>
          <a:off x="2400300" y="3962400"/>
          <a:ext cx="8216900" cy="471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534" name="Equation" r:id="rId11" imgW="8216640" imgH="622080" progId="Equation.3">
                  <p:embed/>
                </p:oleObj>
              </mc:Choice>
              <mc:Fallback>
                <p:oleObj name="Equation" r:id="rId11" imgW="8216640" imgH="622080" progId="Equation.3">
                  <p:embed/>
                  <p:pic>
                    <p:nvPicPr>
                      <p:cNvPr id="21504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0300" y="3962400"/>
                        <a:ext cx="8216900" cy="4714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5578009"/>
              </p:ext>
            </p:extLst>
          </p:nvPr>
        </p:nvGraphicFramePr>
        <p:xfrm>
          <a:off x="2801439" y="4433890"/>
          <a:ext cx="36703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535" name="Equation" r:id="rId13" imgW="3670200" imgH="622080" progId="Equation.3">
                  <p:embed/>
                </p:oleObj>
              </mc:Choice>
              <mc:Fallback>
                <p:oleObj name="Equation" r:id="rId13" imgW="3670200" imgH="622080" progId="Equation.3">
                  <p:embed/>
                  <p:pic>
                    <p:nvPicPr>
                      <p:cNvPr id="21709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1439" y="4433890"/>
                        <a:ext cx="3670300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/>
          <p:cNvSpPr/>
          <p:nvPr/>
        </p:nvSpPr>
        <p:spPr>
          <a:xfrm>
            <a:off x="1092200" y="4875378"/>
            <a:ext cx="10566400" cy="609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6075" lvl="0" indent="1588" algn="just">
              <a:lnSpc>
                <a:spcPct val="120000"/>
              </a:lnSpc>
            </a:pPr>
            <a:r>
              <a:rPr lang="en-US" sz="2800" dirty="0">
                <a:solidFill>
                  <a:srgbClr val="0000FF"/>
                </a:solidFill>
              </a:rPr>
              <a:t>It is noted that the current through a capacitor leads the voltage by 90</a:t>
            </a:r>
            <a:r>
              <a:rPr lang="en-US" sz="2800" baseline="30000" dirty="0">
                <a:solidFill>
                  <a:srgbClr val="0000FF"/>
                </a:solidFill>
              </a:rPr>
              <a:t>0</a:t>
            </a:r>
            <a:r>
              <a:rPr lang="en-US" sz="2800" dirty="0">
                <a:solidFill>
                  <a:srgbClr val="0000FF"/>
                </a:solidFill>
              </a:rPr>
              <a:t>.</a:t>
            </a:r>
          </a:p>
        </p:txBody>
      </p:sp>
      <p:graphicFrame>
        <p:nvGraphicFramePr>
          <p:cNvPr id="1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7704596"/>
              </p:ext>
            </p:extLst>
          </p:nvPr>
        </p:nvGraphicFramePr>
        <p:xfrm>
          <a:off x="4876800" y="5318064"/>
          <a:ext cx="20447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536" name="Equation" r:id="rId15" imgW="2044440" imgH="863280" progId="Equation.3">
                  <p:embed/>
                </p:oleObj>
              </mc:Choice>
              <mc:Fallback>
                <p:oleObj name="Equation" r:id="rId15" imgW="2044440" imgH="863280" progId="Equation.3">
                  <p:embed/>
                  <p:pic>
                    <p:nvPicPr>
                      <p:cNvPr id="21709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5318064"/>
                        <a:ext cx="20447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67369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Impedance (Z)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6075" lvl="0" indent="-346075" algn="just" fontAlgn="auto" latinLnBrk="0">
              <a:lnSpc>
                <a:spcPct val="120000"/>
              </a:lnSpc>
              <a:spcAft>
                <a:spcPts val="0"/>
              </a:spcAft>
              <a:buFont typeface="Wingdings" pitchFamily="2" charset="2"/>
              <a:buChar char="v"/>
            </a:pPr>
            <a:r>
              <a:rPr kumimoji="0" lang="en-US" sz="2800" kern="1200" dirty="0">
                <a:solidFill>
                  <a:srgbClr val="0000FF"/>
                </a:solidFill>
                <a:latin typeface="+mn-lt"/>
              </a:rPr>
              <a:t>Series circuit containing R and L</a:t>
            </a:r>
          </a:p>
          <a:p>
            <a:pPr marL="346075" lvl="0" indent="-346075" algn="just" fontAlgn="auto" latinLnBrk="0">
              <a:lnSpc>
                <a:spcPct val="120000"/>
              </a:lnSpc>
              <a:spcAft>
                <a:spcPts val="0"/>
              </a:spcAft>
              <a:buNone/>
            </a:pPr>
            <a:r>
              <a:rPr kumimoji="0" lang="en-US" sz="2800" b="1" kern="1200" dirty="0">
                <a:solidFill>
                  <a:srgbClr val="0000FF"/>
                </a:solidFill>
                <a:latin typeface="Calibri"/>
              </a:rPr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44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/>
        </p:nvGraphicFramePr>
        <p:xfrm>
          <a:off x="3048000" y="1905000"/>
          <a:ext cx="46482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9548" name="Visio" r:id="rId3" imgW="2803606" imgH="1926246" progId="Visio.Drawing.11">
                  <p:embed/>
                </p:oleObj>
              </mc:Choice>
              <mc:Fallback>
                <p:oleObj name="Visio" r:id="rId3" imgW="2803606" imgH="1926246" progId="Visio.Drawing.11">
                  <p:embed/>
                  <p:pic>
                    <p:nvPicPr>
                      <p:cNvPr id="2304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905000"/>
                        <a:ext cx="4648200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7543801" y="1647826"/>
          <a:ext cx="3349625" cy="208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9549" name="Visio" r:id="rId5" imgW="2431357" imgH="1126433" progId="Visio.Drawing.11">
                  <p:embed/>
                </p:oleObj>
              </mc:Choice>
              <mc:Fallback>
                <p:oleObj name="Visio" r:id="rId5" imgW="2431357" imgH="1126433" progId="Visio.Drawing.11">
                  <p:embed/>
                  <p:pic>
                    <p:nvPicPr>
                      <p:cNvPr id="23041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1" y="1647826"/>
                        <a:ext cx="3349625" cy="208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2590800" y="4267200"/>
          <a:ext cx="24003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9550" name="Equation" r:id="rId7" imgW="2400120" imgH="609480" progId="Equation.3">
                  <p:embed/>
                </p:oleObj>
              </mc:Choice>
              <mc:Fallback>
                <p:oleObj name="Equation" r:id="rId7" imgW="2400120" imgH="609480" progId="Equation.3">
                  <p:embed/>
                  <p:pic>
                    <p:nvPicPr>
                      <p:cNvPr id="22017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267200"/>
                        <a:ext cx="24003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343150" y="4851400"/>
          <a:ext cx="2895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9551" name="Equation" r:id="rId9" imgW="2895480" imgH="660240" progId="Equation.3">
                  <p:embed/>
                </p:oleObj>
              </mc:Choice>
              <mc:Fallback>
                <p:oleObj name="Equation" r:id="rId9" imgW="2895480" imgH="660240" progId="Equation.3">
                  <p:embed/>
                  <p:pic>
                    <p:nvPicPr>
                      <p:cNvPr id="2304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3150" y="4851400"/>
                        <a:ext cx="28956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/>
        </p:nvGraphicFramePr>
        <p:xfrm>
          <a:off x="1854200" y="5562600"/>
          <a:ext cx="46228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9552" name="Equation" r:id="rId11" imgW="4622760" imgH="660240" progId="Equation.3">
                  <p:embed/>
                </p:oleObj>
              </mc:Choice>
              <mc:Fallback>
                <p:oleObj name="Equation" r:id="rId11" imgW="4622760" imgH="660240" progId="Equation.3">
                  <p:embed/>
                  <p:pic>
                    <p:nvPicPr>
                      <p:cNvPr id="23040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4200" y="5562600"/>
                        <a:ext cx="46228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8545683"/>
              </p:ext>
            </p:extLst>
          </p:nvPr>
        </p:nvGraphicFramePr>
        <p:xfrm>
          <a:off x="6896100" y="4267200"/>
          <a:ext cx="29718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9553" name="Equation" r:id="rId13" imgW="2971800" imgH="660240" progId="Equation.3">
                  <p:embed/>
                </p:oleObj>
              </mc:Choice>
              <mc:Fallback>
                <p:oleObj name="Equation" r:id="rId13" imgW="2971800" imgH="660240" progId="Equation.3">
                  <p:embed/>
                  <p:pic>
                    <p:nvPicPr>
                      <p:cNvPr id="23040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6100" y="4267200"/>
                        <a:ext cx="29718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7"/>
          <p:cNvGraphicFramePr>
            <a:graphicFrameLocks noChangeAspect="1"/>
          </p:cNvGraphicFramePr>
          <p:nvPr/>
        </p:nvGraphicFramePr>
        <p:xfrm>
          <a:off x="7124700" y="5105400"/>
          <a:ext cx="31623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9554" name="Equation" r:id="rId15" imgW="3162240" imgH="711000" progId="Equation.3">
                  <p:embed/>
                </p:oleObj>
              </mc:Choice>
              <mc:Fallback>
                <p:oleObj name="Equation" r:id="rId15" imgW="3162240" imgH="711000" progId="Equation.3">
                  <p:embed/>
                  <p:pic>
                    <p:nvPicPr>
                      <p:cNvPr id="23041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4700" y="5105400"/>
                        <a:ext cx="31623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6446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Impedance (Z)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0000FF"/>
                </a:solidFill>
              </a:rPr>
              <a:t>Phase angle between current and voltage in a series RL circuit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45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7"/>
          <p:cNvGraphicFramePr>
            <a:graphicFrameLocks noChangeAspect="1"/>
          </p:cNvGraphicFramePr>
          <p:nvPr/>
        </p:nvGraphicFramePr>
        <p:xfrm>
          <a:off x="2895600" y="1955800"/>
          <a:ext cx="30353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0464" name="Equation" r:id="rId3" imgW="3035160" imgH="1244520" progId="Equation.3">
                  <p:embed/>
                </p:oleObj>
              </mc:Choice>
              <mc:Fallback>
                <p:oleObj name="Equation" r:id="rId3" imgW="3035160" imgH="1244520" progId="Equation.3">
                  <p:embed/>
                  <p:pic>
                    <p:nvPicPr>
                      <p:cNvPr id="23041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955800"/>
                        <a:ext cx="30353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7543801" y="1647826"/>
          <a:ext cx="3349625" cy="208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0465" name="Visio" r:id="rId5" imgW="2431357" imgH="1126433" progId="Visio.Drawing.11">
                  <p:embed/>
                </p:oleObj>
              </mc:Choice>
              <mc:Fallback>
                <p:oleObj name="Visio" r:id="rId5" imgW="2431357" imgH="1126433" progId="Visio.Drawing.11">
                  <p:embed/>
                  <p:pic>
                    <p:nvPicPr>
                      <p:cNvPr id="23040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1" y="1647826"/>
                        <a:ext cx="3349625" cy="208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3048000" y="-4594735"/>
            <a:ext cx="60960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6075" indent="-346075" algn="just">
              <a:lnSpc>
                <a:spcPct val="120000"/>
              </a:lnSpc>
            </a:pPr>
            <a:r>
              <a:rPr lang="en-US" sz="9600" b="1" dirty="0">
                <a:solidFill>
                  <a:srgbClr val="0000FF"/>
                </a:solidFill>
              </a:rPr>
              <a:t>	</a:t>
            </a:r>
          </a:p>
        </p:txBody>
      </p:sp>
      <p:sp>
        <p:nvSpPr>
          <p:cNvPr id="8" name="Rectangle 7"/>
          <p:cNvSpPr/>
          <p:nvPr/>
        </p:nvSpPr>
        <p:spPr>
          <a:xfrm>
            <a:off x="1295400" y="4177409"/>
            <a:ext cx="9794965" cy="609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6075" indent="-346075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The current in a series RL circuit lags the voltage but not by 90</a:t>
            </a:r>
            <a:r>
              <a:rPr lang="en-US" sz="2800" baseline="30000" dirty="0">
                <a:solidFill>
                  <a:srgbClr val="0000FF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099935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Impedance (Z)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0000FF"/>
                </a:solidFill>
              </a:rPr>
              <a:t>Series circuit containing R and C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46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/>
        </p:nvGraphicFramePr>
        <p:xfrm>
          <a:off x="3048000" y="1905000"/>
          <a:ext cx="46482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1596" name="Visio" r:id="rId3" imgW="2881889" imgH="1954859" progId="Visio.Drawing.11">
                  <p:embed/>
                </p:oleObj>
              </mc:Choice>
              <mc:Fallback>
                <p:oleObj name="Visio" r:id="rId3" imgW="2881889" imgH="1954859" progId="Visio.Drawing.11">
                  <p:embed/>
                  <p:pic>
                    <p:nvPicPr>
                      <p:cNvPr id="2304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905000"/>
                        <a:ext cx="4648200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9"/>
          <p:cNvGraphicFramePr>
            <a:graphicFrameLocks noChangeAspect="1"/>
          </p:cNvGraphicFramePr>
          <p:nvPr/>
        </p:nvGraphicFramePr>
        <p:xfrm>
          <a:off x="7315200" y="1295400"/>
          <a:ext cx="3657600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1597" name="Visio" r:id="rId5" imgW="2330939" imgH="997675" progId="Visio.Drawing.11">
                  <p:embed/>
                </p:oleObj>
              </mc:Choice>
              <mc:Fallback>
                <p:oleObj name="Visio" r:id="rId5" imgW="2330939" imgH="997675" progId="Visio.Drawing.11">
                  <p:embed/>
                  <p:pic>
                    <p:nvPicPr>
                      <p:cNvPr id="23245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1295400"/>
                        <a:ext cx="3657600" cy="259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6002799"/>
              </p:ext>
            </p:extLst>
          </p:nvPr>
        </p:nvGraphicFramePr>
        <p:xfrm>
          <a:off x="2508250" y="4222750"/>
          <a:ext cx="24130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1598" name="Equation" r:id="rId7" imgW="2412720" imgH="622080" progId="Equation.3">
                  <p:embed/>
                </p:oleObj>
              </mc:Choice>
              <mc:Fallback>
                <p:oleObj name="Equation" r:id="rId7" imgW="2412720" imgH="622080" progId="Equation.3">
                  <p:embed/>
                  <p:pic>
                    <p:nvPicPr>
                      <p:cNvPr id="22017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0" y="4222750"/>
                        <a:ext cx="24130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336800" y="4845050"/>
          <a:ext cx="29083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1599" name="Equation" r:id="rId9" imgW="2908080" imgH="672840" progId="Equation.3">
                  <p:embed/>
                </p:oleObj>
              </mc:Choice>
              <mc:Fallback>
                <p:oleObj name="Equation" r:id="rId9" imgW="2908080" imgH="672840" progId="Equation.3">
                  <p:embed/>
                  <p:pic>
                    <p:nvPicPr>
                      <p:cNvPr id="2304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6800" y="4845050"/>
                        <a:ext cx="29083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6903972"/>
              </p:ext>
            </p:extLst>
          </p:nvPr>
        </p:nvGraphicFramePr>
        <p:xfrm>
          <a:off x="1752600" y="5422900"/>
          <a:ext cx="46355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1600" name="Equation" r:id="rId11" imgW="4635360" imgH="672840" progId="Equation.3">
                  <p:embed/>
                </p:oleObj>
              </mc:Choice>
              <mc:Fallback>
                <p:oleObj name="Equation" r:id="rId11" imgW="4635360" imgH="672840" progId="Equation.3">
                  <p:embed/>
                  <p:pic>
                    <p:nvPicPr>
                      <p:cNvPr id="23040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422900"/>
                        <a:ext cx="46355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/>
          <p:cNvGraphicFramePr>
            <a:graphicFrameLocks noChangeAspect="1"/>
          </p:cNvGraphicFramePr>
          <p:nvPr/>
        </p:nvGraphicFramePr>
        <p:xfrm>
          <a:off x="6908800" y="4260850"/>
          <a:ext cx="29845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1601" name="Equation" r:id="rId13" imgW="2984400" imgH="672840" progId="Equation.3">
                  <p:embed/>
                </p:oleObj>
              </mc:Choice>
              <mc:Fallback>
                <p:oleObj name="Equation" r:id="rId13" imgW="2984400" imgH="672840" progId="Equation.3">
                  <p:embed/>
                  <p:pic>
                    <p:nvPicPr>
                      <p:cNvPr id="23040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8800" y="4260850"/>
                        <a:ext cx="29845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0840742"/>
              </p:ext>
            </p:extLst>
          </p:nvPr>
        </p:nvGraphicFramePr>
        <p:xfrm>
          <a:off x="7010400" y="4933950"/>
          <a:ext cx="3175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1602" name="Equation" r:id="rId15" imgW="3174840" imgH="723600" progId="Equation.3">
                  <p:embed/>
                </p:oleObj>
              </mc:Choice>
              <mc:Fallback>
                <p:oleObj name="Equation" r:id="rId15" imgW="3174840" imgH="723600" progId="Equation.3">
                  <p:embed/>
                  <p:pic>
                    <p:nvPicPr>
                      <p:cNvPr id="23041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4933950"/>
                        <a:ext cx="31750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13074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Impedance (Z)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6075" lvl="0" indent="-346075" algn="just" fontAlgn="auto" latinLnBrk="0">
              <a:lnSpc>
                <a:spcPct val="120000"/>
              </a:lnSpc>
              <a:spcAft>
                <a:spcPts val="0"/>
              </a:spcAft>
              <a:buFont typeface="Wingdings" pitchFamily="2" charset="2"/>
              <a:buChar char="v"/>
            </a:pPr>
            <a:r>
              <a:rPr kumimoji="0" lang="en-US" sz="2800" kern="1200" dirty="0">
                <a:solidFill>
                  <a:srgbClr val="0000FF"/>
                </a:solidFill>
                <a:latin typeface="+mn-lt"/>
              </a:rPr>
              <a:t>Phase angle between current and voltage in a series RL circuit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47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7"/>
          <p:cNvGraphicFramePr>
            <a:graphicFrameLocks noChangeAspect="1"/>
          </p:cNvGraphicFramePr>
          <p:nvPr/>
        </p:nvGraphicFramePr>
        <p:xfrm>
          <a:off x="2889250" y="1955800"/>
          <a:ext cx="30480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2506" name="Equation" r:id="rId3" imgW="3047760" imgH="1244520" progId="Equation.3">
                  <p:embed/>
                </p:oleObj>
              </mc:Choice>
              <mc:Fallback>
                <p:oleObj name="Equation" r:id="rId3" imgW="3047760" imgH="1244520" progId="Equation.3">
                  <p:embed/>
                  <p:pic>
                    <p:nvPicPr>
                      <p:cNvPr id="23041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0" y="1955800"/>
                        <a:ext cx="30480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7315200" y="1828800"/>
          <a:ext cx="3657600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2507" name="Visio" r:id="rId5" imgW="2330939" imgH="997675" progId="Visio.Drawing.11">
                  <p:embed/>
                </p:oleObj>
              </mc:Choice>
              <mc:Fallback>
                <p:oleObj name="Visio" r:id="rId5" imgW="2330939" imgH="997675" progId="Visio.Drawing.11">
                  <p:embed/>
                  <p:pic>
                    <p:nvPicPr>
                      <p:cNvPr id="2334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1828800"/>
                        <a:ext cx="3657600" cy="259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3048000" y="-4594735"/>
            <a:ext cx="60960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6075" indent="-346075" algn="just">
              <a:lnSpc>
                <a:spcPct val="120000"/>
              </a:lnSpc>
            </a:pPr>
            <a:r>
              <a:rPr lang="en-US" sz="9600" b="1" dirty="0">
                <a:solidFill>
                  <a:srgbClr val="0000FF"/>
                </a:solidFill>
              </a:rPr>
              <a:t>	</a:t>
            </a:r>
          </a:p>
        </p:txBody>
      </p:sp>
      <p:sp>
        <p:nvSpPr>
          <p:cNvPr id="8" name="Rectangle 7"/>
          <p:cNvSpPr/>
          <p:nvPr/>
        </p:nvSpPr>
        <p:spPr>
          <a:xfrm>
            <a:off x="1365250" y="4736059"/>
            <a:ext cx="9988550" cy="580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6075" indent="-346075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The current in a series RC circuit leads the voltage but not by 90</a:t>
            </a:r>
            <a:r>
              <a:rPr lang="en-US" sz="2800" baseline="30000" dirty="0">
                <a:solidFill>
                  <a:srgbClr val="0000FF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205348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Impedance (Z)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6075" lvl="0" indent="-346075" algn="just" fontAlgn="auto" latinLnBrk="0">
              <a:lnSpc>
                <a:spcPct val="120000"/>
              </a:lnSpc>
              <a:spcAft>
                <a:spcPts val="0"/>
              </a:spcAft>
              <a:buFont typeface="Wingdings" pitchFamily="2" charset="2"/>
              <a:buChar char="v"/>
            </a:pPr>
            <a:r>
              <a:rPr kumimoji="0" lang="en-US" sz="2800" kern="1200" dirty="0">
                <a:solidFill>
                  <a:srgbClr val="0000FF"/>
                </a:solidFill>
                <a:latin typeface="+mn-lt"/>
              </a:rPr>
              <a:t>Series circuit containing R, L and C</a:t>
            </a:r>
          </a:p>
          <a:p>
            <a:pPr marL="346075" lvl="0" indent="-346075" algn="just" fontAlgn="auto" latinLnBrk="0">
              <a:lnSpc>
                <a:spcPct val="120000"/>
              </a:lnSpc>
              <a:spcAft>
                <a:spcPts val="0"/>
              </a:spcAft>
              <a:buNone/>
            </a:pPr>
            <a:r>
              <a:rPr kumimoji="0" lang="en-US" sz="2800" b="1" kern="1200" dirty="0">
                <a:solidFill>
                  <a:srgbClr val="0000FF"/>
                </a:solidFill>
                <a:latin typeface="Calibri"/>
              </a:rPr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48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6449889"/>
              </p:ext>
            </p:extLst>
          </p:nvPr>
        </p:nvGraphicFramePr>
        <p:xfrm>
          <a:off x="1676400" y="1828800"/>
          <a:ext cx="5943600" cy="3047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3570" name="Visio" r:id="rId3" imgW="3451734" imgH="1998318" progId="Visio.Drawing.11">
                  <p:embed/>
                </p:oleObj>
              </mc:Choice>
              <mc:Fallback>
                <p:oleObj name="Visio" r:id="rId3" imgW="3451734" imgH="1998318" progId="Visio.Drawing.11">
                  <p:embed/>
                  <p:pic>
                    <p:nvPicPr>
                      <p:cNvPr id="21915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828800"/>
                        <a:ext cx="5943600" cy="30479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/>
        </p:nvGraphicFramePr>
        <p:xfrm>
          <a:off x="6629400" y="1524000"/>
          <a:ext cx="4578350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3571" name="Visio" r:id="rId5" imgW="1992434" imgH="1393667" progId="Visio.Drawing.11">
                  <p:embed/>
                </p:oleObj>
              </mc:Choice>
              <mc:Fallback>
                <p:oleObj name="Visio" r:id="rId5" imgW="1992434" imgH="1393667" progId="Visio.Drawing.11">
                  <p:embed/>
                  <p:pic>
                    <p:nvPicPr>
                      <p:cNvPr id="21914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1524000"/>
                        <a:ext cx="4578350" cy="365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9512852"/>
              </p:ext>
            </p:extLst>
          </p:nvPr>
        </p:nvGraphicFramePr>
        <p:xfrm>
          <a:off x="2387600" y="4876799"/>
          <a:ext cx="3378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3572" name="Equation" r:id="rId7" imgW="3377880" imgH="609480" progId="Equation.3">
                  <p:embed/>
                </p:oleObj>
              </mc:Choice>
              <mc:Fallback>
                <p:oleObj name="Equation" r:id="rId7" imgW="3377880" imgH="609480" progId="Equation.3">
                  <p:embed/>
                  <p:pic>
                    <p:nvPicPr>
                      <p:cNvPr id="21914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7600" y="4876799"/>
                        <a:ext cx="33782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1856068"/>
              </p:ext>
            </p:extLst>
          </p:nvPr>
        </p:nvGraphicFramePr>
        <p:xfrm>
          <a:off x="2333897" y="5515609"/>
          <a:ext cx="42672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3573" name="Equation" r:id="rId9" imgW="4267080" imgH="672840" progId="Equation.3">
                  <p:embed/>
                </p:oleObj>
              </mc:Choice>
              <mc:Fallback>
                <p:oleObj name="Equation" r:id="rId9" imgW="4267080" imgH="672840" progId="Equation.3">
                  <p:embed/>
                  <p:pic>
                    <p:nvPicPr>
                      <p:cNvPr id="21914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3897" y="5515609"/>
                        <a:ext cx="42672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67470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Impedance (Z)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49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7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3841286"/>
              </p:ext>
            </p:extLst>
          </p:nvPr>
        </p:nvGraphicFramePr>
        <p:xfrm>
          <a:off x="3733800" y="1600200"/>
          <a:ext cx="42672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4614" name="Equation" r:id="rId3" imgW="4267080" imgH="672840" progId="Equation.3">
                  <p:embed/>
                </p:oleObj>
              </mc:Choice>
              <mc:Fallback>
                <p:oleObj name="Equation" r:id="rId3" imgW="4267080" imgH="672840" progId="Equation.3">
                  <p:embed/>
                  <p:pic>
                    <p:nvPicPr>
                      <p:cNvPr id="21914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600200"/>
                        <a:ext cx="42672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2838169"/>
              </p:ext>
            </p:extLst>
          </p:nvPr>
        </p:nvGraphicFramePr>
        <p:xfrm>
          <a:off x="4495800" y="2273300"/>
          <a:ext cx="46228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4615" name="Equation" r:id="rId5" imgW="4622760" imgH="672840" progId="Equation.3">
                  <p:embed/>
                </p:oleObj>
              </mc:Choice>
              <mc:Fallback>
                <p:oleObj name="Equation" r:id="rId5" imgW="4622760" imgH="672840" progId="Equation.3">
                  <p:embed/>
                  <p:pic>
                    <p:nvPicPr>
                      <p:cNvPr id="21914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273300"/>
                        <a:ext cx="46228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913205"/>
              </p:ext>
            </p:extLst>
          </p:nvPr>
        </p:nvGraphicFramePr>
        <p:xfrm>
          <a:off x="4057650" y="2946400"/>
          <a:ext cx="5499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4616" name="Equation" r:id="rId7" imgW="5499000" imgH="723600" progId="Equation.3">
                  <p:embed/>
                </p:oleObj>
              </mc:Choice>
              <mc:Fallback>
                <p:oleObj name="Equation" r:id="rId7" imgW="5499000" imgH="723600" progId="Equation.3">
                  <p:embed/>
                  <p:pic>
                    <p:nvPicPr>
                      <p:cNvPr id="21914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7650" y="2946400"/>
                        <a:ext cx="54991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1532452"/>
              </p:ext>
            </p:extLst>
          </p:nvPr>
        </p:nvGraphicFramePr>
        <p:xfrm>
          <a:off x="4025900" y="3670300"/>
          <a:ext cx="5092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4617" name="Equation" r:id="rId9" imgW="5092560" imgH="723600" progId="Equation.3">
                  <p:embed/>
                </p:oleObj>
              </mc:Choice>
              <mc:Fallback>
                <p:oleObj name="Equation" r:id="rId9" imgW="5092560" imgH="723600" progId="Equation.3">
                  <p:embed/>
                  <p:pic>
                    <p:nvPicPr>
                      <p:cNvPr id="21914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5900" y="3670300"/>
                        <a:ext cx="50927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4603357"/>
              </p:ext>
            </p:extLst>
          </p:nvPr>
        </p:nvGraphicFramePr>
        <p:xfrm>
          <a:off x="3733800" y="4597400"/>
          <a:ext cx="5219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4618" name="Equation" r:id="rId11" imgW="5219640" imgH="723600" progId="Equation.3">
                  <p:embed/>
                </p:oleObj>
              </mc:Choice>
              <mc:Fallback>
                <p:oleObj name="Equation" r:id="rId11" imgW="5219640" imgH="723600" progId="Equation.3">
                  <p:embed/>
                  <p:pic>
                    <p:nvPicPr>
                      <p:cNvPr id="21915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4597400"/>
                        <a:ext cx="52197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0691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Impedance (Z)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6075" lvl="0" indent="-346075" algn="just" fontAlgn="auto" latinLnBrk="0">
              <a:lnSpc>
                <a:spcPct val="120000"/>
              </a:lnSpc>
              <a:spcAft>
                <a:spcPts val="0"/>
              </a:spcAft>
              <a:buFont typeface="Wingdings" pitchFamily="2" charset="2"/>
              <a:buChar char="v"/>
            </a:pPr>
            <a:r>
              <a:rPr kumimoji="0" lang="en-US" sz="2800" kern="1200" dirty="0">
                <a:solidFill>
                  <a:srgbClr val="0000FF"/>
                </a:solidFill>
                <a:latin typeface="Calibri"/>
              </a:rPr>
              <a:t>Phase angle between current and voltage in a series RLC circuit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50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7"/>
          <p:cNvGraphicFramePr>
            <a:graphicFrameLocks noChangeAspect="1"/>
          </p:cNvGraphicFramePr>
          <p:nvPr/>
        </p:nvGraphicFramePr>
        <p:xfrm>
          <a:off x="2520950" y="1949450"/>
          <a:ext cx="41656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5578" name="Equation" r:id="rId3" imgW="4165560" imgH="1244520" progId="Equation.3">
                  <p:embed/>
                </p:oleObj>
              </mc:Choice>
              <mc:Fallback>
                <p:oleObj name="Equation" r:id="rId3" imgW="4165560" imgH="1244520" progId="Equation.3">
                  <p:embed/>
                  <p:pic>
                    <p:nvPicPr>
                      <p:cNvPr id="22017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950" y="1949450"/>
                        <a:ext cx="41656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/>
          <p:cNvGraphicFramePr>
            <a:graphicFrameLocks noChangeAspect="1"/>
          </p:cNvGraphicFramePr>
          <p:nvPr/>
        </p:nvGraphicFramePr>
        <p:xfrm>
          <a:off x="6851650" y="1600200"/>
          <a:ext cx="4578350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5579" name="Visio" r:id="rId5" imgW="1992434" imgH="1393667" progId="Visio.Drawing.11">
                  <p:embed/>
                </p:oleObj>
              </mc:Choice>
              <mc:Fallback>
                <p:oleObj name="Visio" r:id="rId5" imgW="1992434" imgH="1393667" progId="Visio.Drawing.11">
                  <p:embed/>
                  <p:pic>
                    <p:nvPicPr>
                      <p:cNvPr id="21914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1650" y="1600200"/>
                        <a:ext cx="4578350" cy="365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3048000" y="-9026717"/>
            <a:ext cx="6096000" cy="5313121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6075" indent="-346075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9600" b="1" dirty="0">
                <a:solidFill>
                  <a:srgbClr val="0000FF"/>
                </a:solidFill>
              </a:rPr>
              <a:t>Current in a series 	</a:t>
            </a:r>
          </a:p>
        </p:txBody>
      </p:sp>
      <p:sp>
        <p:nvSpPr>
          <p:cNvPr id="8" name="Rectangle 7"/>
          <p:cNvSpPr/>
          <p:nvPr/>
        </p:nvSpPr>
        <p:spPr>
          <a:xfrm>
            <a:off x="964837" y="4861203"/>
            <a:ext cx="9753600" cy="1097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6075" indent="-346075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RLC circuit may lead or lag the voltage depending on the relative values of </a:t>
            </a:r>
            <a:r>
              <a:rPr lang="en-US" sz="2800" dirty="0" smtClean="0">
                <a:solidFill>
                  <a:srgbClr val="0000FF"/>
                </a:solidFill>
              </a:rPr>
              <a:t>X</a:t>
            </a:r>
            <a:r>
              <a:rPr lang="en-US" sz="2800" baseline="-25000" dirty="0" smtClean="0">
                <a:solidFill>
                  <a:srgbClr val="0000FF"/>
                </a:solidFill>
              </a:rPr>
              <a:t>L</a:t>
            </a:r>
            <a:r>
              <a:rPr lang="en-US" sz="2800" dirty="0" smtClean="0">
                <a:solidFill>
                  <a:srgbClr val="0000FF"/>
                </a:solidFill>
              </a:rPr>
              <a:t> and </a:t>
            </a:r>
            <a:r>
              <a:rPr lang="en-US" sz="2800" dirty="0">
                <a:solidFill>
                  <a:srgbClr val="0000FF"/>
                </a:solidFill>
              </a:rPr>
              <a:t>X</a:t>
            </a:r>
            <a:r>
              <a:rPr lang="en-US" sz="2800" baseline="-25000" dirty="0">
                <a:solidFill>
                  <a:srgbClr val="0000FF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742234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Impedance (Z)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03350"/>
            <a:ext cx="10972800" cy="4692650"/>
          </a:xfrm>
        </p:spPr>
        <p:txBody>
          <a:bodyPr/>
          <a:lstStyle/>
          <a:p>
            <a:pPr marL="346075" indent="-346075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400" dirty="0">
                <a:solidFill>
                  <a:srgbClr val="0000FF"/>
                </a:solidFill>
              </a:rPr>
              <a:t>Example 1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400" dirty="0" smtClean="0">
                <a:solidFill>
                  <a:srgbClr val="0000FF"/>
                </a:solidFill>
              </a:rPr>
              <a:t>A </a:t>
            </a:r>
            <a:r>
              <a:rPr lang="en-US" sz="2400" dirty="0">
                <a:solidFill>
                  <a:srgbClr val="0000FF"/>
                </a:solidFill>
              </a:rPr>
              <a:t>coil has R=12</a:t>
            </a:r>
            <a:r>
              <a:rPr lang="el-GR" sz="2400" dirty="0">
                <a:solidFill>
                  <a:srgbClr val="0000FF"/>
                </a:solidFill>
              </a:rPr>
              <a:t>Ω</a:t>
            </a:r>
            <a:r>
              <a:rPr lang="en-US" sz="2400" dirty="0">
                <a:solidFill>
                  <a:srgbClr val="0000FF"/>
                </a:solidFill>
              </a:rPr>
              <a:t> and L=0.1H. It is connected across a 100V, 50Hz supply. Calculate </a:t>
            </a:r>
            <a:r>
              <a:rPr lang="en-US" sz="2400" dirty="0" smtClean="0">
                <a:solidFill>
                  <a:srgbClr val="0000FF"/>
                </a:solidFill>
              </a:rPr>
              <a:t>       (</a:t>
            </a:r>
            <a:r>
              <a:rPr lang="en-US" sz="2400" dirty="0">
                <a:solidFill>
                  <a:srgbClr val="0000FF"/>
                </a:solidFill>
              </a:rPr>
              <a:t>a</a:t>
            </a:r>
            <a:r>
              <a:rPr lang="en-US" sz="2400" dirty="0" smtClean="0">
                <a:solidFill>
                  <a:srgbClr val="0000FF"/>
                </a:solidFill>
              </a:rPr>
              <a:t>)   </a:t>
            </a:r>
            <a:r>
              <a:rPr lang="en-US" sz="2400" dirty="0">
                <a:solidFill>
                  <a:srgbClr val="0000FF"/>
                </a:solidFill>
              </a:rPr>
              <a:t>the reactance and impedance of the coil (b) the current and (c) the phase difference or angle between the current and the applied voltage.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51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668306"/>
              </p:ext>
            </p:extLst>
          </p:nvPr>
        </p:nvGraphicFramePr>
        <p:xfrm>
          <a:off x="1752600" y="3581400"/>
          <a:ext cx="3810000" cy="2209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602" name="Visio" r:id="rId3" imgW="2881889" imgH="1954859" progId="Visio.Drawing.11">
                  <p:embed/>
                </p:oleObj>
              </mc:Choice>
              <mc:Fallback>
                <p:oleObj name="Visio" r:id="rId3" imgW="2881889" imgH="1954859" progId="Visio.Drawing.11">
                  <p:embed/>
                  <p:pic>
                    <p:nvPicPr>
                      <p:cNvPr id="23450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581400"/>
                        <a:ext cx="3810000" cy="22097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5780476"/>
              </p:ext>
            </p:extLst>
          </p:nvPr>
        </p:nvGraphicFramePr>
        <p:xfrm>
          <a:off x="7083333" y="3581401"/>
          <a:ext cx="3149601" cy="22097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603" name="Visio" r:id="rId5" imgW="2431357" imgH="1126433" progId="Visio.Drawing.11">
                  <p:embed/>
                </p:oleObj>
              </mc:Choice>
              <mc:Fallback>
                <p:oleObj name="Visio" r:id="rId5" imgW="2431357" imgH="1126433" progId="Visio.Drawing.11">
                  <p:embed/>
                  <p:pic>
                    <p:nvPicPr>
                      <p:cNvPr id="23450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3333" y="3581401"/>
                        <a:ext cx="3149601" cy="22097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16488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Impedance (Z)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92100" indent="-292100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Solution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800" dirty="0">
                <a:solidFill>
                  <a:srgbClr val="0000FF"/>
                </a:solidFill>
              </a:rPr>
              <a:t>(a)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52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5479588"/>
              </p:ext>
            </p:extLst>
          </p:nvPr>
        </p:nvGraphicFramePr>
        <p:xfrm>
          <a:off x="1600200" y="2133600"/>
          <a:ext cx="21971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746" name="Equation" r:id="rId3" imgW="2197080" imgH="583920" progId="Equation.3">
                  <p:embed/>
                </p:oleObj>
              </mc:Choice>
              <mc:Fallback>
                <p:oleObj name="Equation" r:id="rId3" imgW="2197080" imgH="583920" progId="Equation.3">
                  <p:embed/>
                  <p:pic>
                    <p:nvPicPr>
                      <p:cNvPr id="23450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133600"/>
                        <a:ext cx="21971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0573428"/>
              </p:ext>
            </p:extLst>
          </p:nvPr>
        </p:nvGraphicFramePr>
        <p:xfrm>
          <a:off x="4343400" y="2216150"/>
          <a:ext cx="5435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747" name="Equation" r:id="rId5" imgW="5435280" imgH="419040" progId="Equation.3">
                  <p:embed/>
                </p:oleObj>
              </mc:Choice>
              <mc:Fallback>
                <p:oleObj name="Equation" r:id="rId5" imgW="5435280" imgH="419040" progId="Equation.3">
                  <p:embed/>
                  <p:pic>
                    <p:nvPicPr>
                      <p:cNvPr id="23450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2216150"/>
                        <a:ext cx="5435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1159330"/>
              </p:ext>
            </p:extLst>
          </p:nvPr>
        </p:nvGraphicFramePr>
        <p:xfrm>
          <a:off x="1600200" y="2819400"/>
          <a:ext cx="31623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748" name="Equation" r:id="rId7" imgW="3162240" imgH="711000" progId="Equation.3">
                  <p:embed/>
                </p:oleObj>
              </mc:Choice>
              <mc:Fallback>
                <p:oleObj name="Equation" r:id="rId7" imgW="3162240" imgH="711000" progId="Equation.3">
                  <p:embed/>
                  <p:pic>
                    <p:nvPicPr>
                      <p:cNvPr id="23450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819400"/>
                        <a:ext cx="31623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9965235"/>
              </p:ext>
            </p:extLst>
          </p:nvPr>
        </p:nvGraphicFramePr>
        <p:xfrm>
          <a:off x="5105400" y="2841171"/>
          <a:ext cx="36322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749" name="Equation" r:id="rId9" imgW="3632040" imgH="545760" progId="Equation.3">
                  <p:embed/>
                </p:oleObj>
              </mc:Choice>
              <mc:Fallback>
                <p:oleObj name="Equation" r:id="rId9" imgW="3632040" imgH="545760" progId="Equation.3">
                  <p:embed/>
                  <p:pic>
                    <p:nvPicPr>
                      <p:cNvPr id="23450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2841171"/>
                        <a:ext cx="36322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7743725"/>
              </p:ext>
            </p:extLst>
          </p:nvPr>
        </p:nvGraphicFramePr>
        <p:xfrm>
          <a:off x="5105400" y="3593192"/>
          <a:ext cx="2336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750" name="Equation" r:id="rId11" imgW="2336760" imgH="419040" progId="Equation.3">
                  <p:embed/>
                </p:oleObj>
              </mc:Choice>
              <mc:Fallback>
                <p:oleObj name="Equation" r:id="rId11" imgW="2336760" imgH="419040" progId="Equation.3">
                  <p:embed/>
                  <p:pic>
                    <p:nvPicPr>
                      <p:cNvPr id="23450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3593192"/>
                        <a:ext cx="2336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3048000" y="-1935545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6075" indent="-346075" algn="just">
              <a:lnSpc>
                <a:spcPct val="120000"/>
              </a:lnSpc>
            </a:pPr>
            <a:endParaRPr lang="en-US" sz="2800" b="1" dirty="0">
              <a:solidFill>
                <a:srgbClr val="0000FF"/>
              </a:solidFill>
            </a:endParaRPr>
          </a:p>
          <a:p>
            <a:pPr marL="346075" indent="-346075" algn="just">
              <a:lnSpc>
                <a:spcPct val="120000"/>
              </a:lnSpc>
            </a:pPr>
            <a:endParaRPr lang="en-US" sz="2800" b="1" dirty="0">
              <a:solidFill>
                <a:srgbClr val="0000FF"/>
              </a:solidFill>
            </a:endParaRPr>
          </a:p>
          <a:p>
            <a:pPr marL="346075" indent="-346075" algn="just">
              <a:lnSpc>
                <a:spcPct val="120000"/>
              </a:lnSpc>
            </a:pPr>
            <a:endParaRPr lang="en-US" sz="2800" b="1" dirty="0">
              <a:solidFill>
                <a:srgbClr val="0000FF"/>
              </a:solidFill>
            </a:endParaRPr>
          </a:p>
          <a:p>
            <a:pPr marL="346075" indent="-346075" algn="just">
              <a:lnSpc>
                <a:spcPct val="120000"/>
              </a:lnSpc>
            </a:pPr>
            <a:endParaRPr lang="en-US" sz="2800" b="1" dirty="0">
              <a:solidFill>
                <a:srgbClr val="0000FF"/>
              </a:solidFill>
            </a:endParaRPr>
          </a:p>
          <a:p>
            <a:pPr marL="346075" indent="-346075" algn="just">
              <a:lnSpc>
                <a:spcPct val="120000"/>
              </a:lnSpc>
            </a:pPr>
            <a:endParaRPr lang="en-US" sz="2800" b="1" dirty="0">
              <a:solidFill>
                <a:srgbClr val="0000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18220" y="4495800"/>
            <a:ext cx="726481" cy="5809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6075" indent="-346075" algn="just">
              <a:lnSpc>
                <a:spcPct val="120000"/>
              </a:lnSpc>
            </a:pPr>
            <a:r>
              <a:rPr lang="en-US" sz="2800" b="1" dirty="0">
                <a:solidFill>
                  <a:srgbClr val="0000FF"/>
                </a:solidFill>
              </a:rPr>
              <a:t>(b) </a:t>
            </a:r>
          </a:p>
        </p:txBody>
      </p:sp>
      <p:graphicFrame>
        <p:nvGraphicFramePr>
          <p:cNvPr id="1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2854682"/>
              </p:ext>
            </p:extLst>
          </p:nvPr>
        </p:nvGraphicFramePr>
        <p:xfrm>
          <a:off x="1600200" y="4413250"/>
          <a:ext cx="12319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751" name="Equation" r:id="rId13" imgW="1231560" imgH="1155600" progId="Equation.3">
                  <p:embed/>
                </p:oleObj>
              </mc:Choice>
              <mc:Fallback>
                <p:oleObj name="Equation" r:id="rId13" imgW="1231560" imgH="1155600" progId="Equation.3">
                  <p:embed/>
                  <p:pic>
                    <p:nvPicPr>
                      <p:cNvPr id="23450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413250"/>
                        <a:ext cx="1231900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7731562"/>
              </p:ext>
            </p:extLst>
          </p:nvPr>
        </p:nvGraphicFramePr>
        <p:xfrm>
          <a:off x="3213100" y="4406900"/>
          <a:ext cx="18923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752" name="Equation" r:id="rId15" imgW="1892160" imgH="1168200" progId="Equation.3">
                  <p:embed/>
                </p:oleObj>
              </mc:Choice>
              <mc:Fallback>
                <p:oleObj name="Equation" r:id="rId15" imgW="1892160" imgH="1168200" progId="Equation.3">
                  <p:embed/>
                  <p:pic>
                    <p:nvPicPr>
                      <p:cNvPr id="23552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3100" y="4406900"/>
                        <a:ext cx="189230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8056113"/>
              </p:ext>
            </p:extLst>
          </p:nvPr>
        </p:nvGraphicFramePr>
        <p:xfrm>
          <a:off x="5638800" y="4752700"/>
          <a:ext cx="1993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753" name="Equation" r:id="rId17" imgW="1993680" imgH="419040" progId="Equation.3">
                  <p:embed/>
                </p:oleObj>
              </mc:Choice>
              <mc:Fallback>
                <p:oleObj name="Equation" r:id="rId17" imgW="1993680" imgH="419040" progId="Equation.3">
                  <p:embed/>
                  <p:pic>
                    <p:nvPicPr>
                      <p:cNvPr id="23552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4752700"/>
                        <a:ext cx="1993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41598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Impedance (Z)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</a:rPr>
              <a:t>(c)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53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1641121"/>
              </p:ext>
            </p:extLst>
          </p:nvPr>
        </p:nvGraphicFramePr>
        <p:xfrm>
          <a:off x="7418978" y="1729286"/>
          <a:ext cx="243840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694" name="Visio" r:id="rId3" imgW="2431357" imgH="1126433" progId="Visio.Drawing.11">
                  <p:embed/>
                </p:oleObj>
              </mc:Choice>
              <mc:Fallback>
                <p:oleObj name="Visio" r:id="rId3" imgW="2431357" imgH="1126433" progId="Visio.Drawing.11">
                  <p:embed/>
                  <p:pic>
                    <p:nvPicPr>
                      <p:cNvPr id="2355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8978" y="1729286"/>
                        <a:ext cx="2438400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5563988"/>
              </p:ext>
            </p:extLst>
          </p:nvPr>
        </p:nvGraphicFramePr>
        <p:xfrm>
          <a:off x="1981200" y="1577158"/>
          <a:ext cx="30353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695" name="Equation" r:id="rId5" imgW="3035160" imgH="1244520" progId="Equation.3">
                  <p:embed/>
                </p:oleObj>
              </mc:Choice>
              <mc:Fallback>
                <p:oleObj name="Equation" r:id="rId5" imgW="3035160" imgH="1244520" progId="Equation.3">
                  <p:embed/>
                  <p:pic>
                    <p:nvPicPr>
                      <p:cNvPr id="23553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577158"/>
                        <a:ext cx="30353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8284978"/>
              </p:ext>
            </p:extLst>
          </p:nvPr>
        </p:nvGraphicFramePr>
        <p:xfrm>
          <a:off x="2432776" y="3127375"/>
          <a:ext cx="34417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696" name="Equation" r:id="rId7" imgW="3441600" imgH="1244520" progId="Equation.3">
                  <p:embed/>
                </p:oleObj>
              </mc:Choice>
              <mc:Fallback>
                <p:oleObj name="Equation" r:id="rId7" imgW="3441600" imgH="1244520" progId="Equation.3">
                  <p:embed/>
                  <p:pic>
                    <p:nvPicPr>
                      <p:cNvPr id="23553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776" y="3127375"/>
                        <a:ext cx="34417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2370834"/>
              </p:ext>
            </p:extLst>
          </p:nvPr>
        </p:nvGraphicFramePr>
        <p:xfrm>
          <a:off x="2628900" y="5105400"/>
          <a:ext cx="17399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697" name="Equation" r:id="rId9" imgW="1739880" imgH="495000" progId="Equation.3">
                  <p:embed/>
                </p:oleObj>
              </mc:Choice>
              <mc:Fallback>
                <p:oleObj name="Equation" r:id="rId9" imgW="1739880" imgH="495000" progId="Equation.3">
                  <p:embed/>
                  <p:pic>
                    <p:nvPicPr>
                      <p:cNvPr id="23450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8900" y="5105400"/>
                        <a:ext cx="17399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3968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Impedance (Z)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03350"/>
            <a:ext cx="10363200" cy="4692650"/>
          </a:xfrm>
        </p:spPr>
        <p:txBody>
          <a:bodyPr/>
          <a:lstStyle/>
          <a:p>
            <a:pPr marL="346075" indent="-346075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Example 2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800" dirty="0" smtClean="0">
                <a:solidFill>
                  <a:srgbClr val="0000FF"/>
                </a:solidFill>
              </a:rPr>
              <a:t>A </a:t>
            </a:r>
            <a:r>
              <a:rPr lang="en-US" sz="2800" dirty="0">
                <a:solidFill>
                  <a:srgbClr val="0000FF"/>
                </a:solidFill>
              </a:rPr>
              <a:t>metal filament lamp, rated at 750W, 100V is to be connected in series with a capacitor across a 230V, 50Hz supply. Calculate (a) the capacitance required and (b) the phase angle between the current and supply voltage</a:t>
            </a:r>
            <a:r>
              <a:rPr lang="en-US" sz="2800" b="1" dirty="0">
                <a:solidFill>
                  <a:srgbClr val="0000FF"/>
                </a:solidFill>
              </a:rPr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54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/>
        </p:nvGraphicFramePr>
        <p:xfrm>
          <a:off x="4419600" y="3657600"/>
          <a:ext cx="17526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774" name="Equation" r:id="rId3" imgW="1752480" imgH="1295280" progId="Equation.3">
                  <p:embed/>
                </p:oleObj>
              </mc:Choice>
              <mc:Fallback>
                <p:oleObj name="Equation" r:id="rId3" imgW="1752480" imgH="1295280" progId="Equation.3">
                  <p:embed/>
                  <p:pic>
                    <p:nvPicPr>
                      <p:cNvPr id="23656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3657600"/>
                        <a:ext cx="17526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6096000" y="3657600"/>
          <a:ext cx="25908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775" name="Visio" r:id="rId5" imgW="2881889" imgH="1954859" progId="Visio.Drawing.11">
                  <p:embed/>
                </p:oleObj>
              </mc:Choice>
              <mc:Fallback>
                <p:oleObj name="Visio" r:id="rId5" imgW="2881889" imgH="1954859" progId="Visio.Drawing.11">
                  <p:embed/>
                  <p:pic>
                    <p:nvPicPr>
                      <p:cNvPr id="23655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657600"/>
                        <a:ext cx="2590800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1"/>
          <p:cNvGraphicFramePr>
            <a:graphicFrameLocks noChangeAspect="1"/>
          </p:cNvGraphicFramePr>
          <p:nvPr/>
        </p:nvGraphicFramePr>
        <p:xfrm>
          <a:off x="8305800" y="3505200"/>
          <a:ext cx="24384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776" name="Visio" r:id="rId7" imgW="1955992" imgH="997675" progId="Visio.Drawing.11">
                  <p:embed/>
                </p:oleObj>
              </mc:Choice>
              <mc:Fallback>
                <p:oleObj name="Visio" r:id="rId7" imgW="1955992" imgH="997675" progId="Visio.Drawing.11">
                  <p:embed/>
                  <p:pic>
                    <p:nvPicPr>
                      <p:cNvPr id="23655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3505200"/>
                        <a:ext cx="2438400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669471" y="3089172"/>
            <a:ext cx="6096000" cy="227985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6075" indent="-346075" algn="just">
              <a:lnSpc>
                <a:spcPct val="120000"/>
              </a:lnSpc>
            </a:pPr>
            <a:endParaRPr lang="en-US" sz="9600" b="1" baseline="-25000" dirty="0">
              <a:solidFill>
                <a:srgbClr val="0000FF"/>
              </a:solidFill>
            </a:endParaRPr>
          </a:p>
          <a:p>
            <a:pPr marL="292100" indent="-292100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Solution</a:t>
            </a:r>
          </a:p>
          <a:p>
            <a:pPr marL="346075" indent="-346075" algn="just">
              <a:lnSpc>
                <a:spcPct val="120000"/>
              </a:lnSpc>
            </a:pPr>
            <a:r>
              <a:rPr lang="en-US" sz="2800" dirty="0">
                <a:solidFill>
                  <a:srgbClr val="0000FF"/>
                </a:solidFill>
              </a:rPr>
              <a:t>(a) </a:t>
            </a:r>
          </a:p>
        </p:txBody>
      </p:sp>
      <p:graphicFrame>
        <p:nvGraphicFramePr>
          <p:cNvPr id="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0913513"/>
              </p:ext>
            </p:extLst>
          </p:nvPr>
        </p:nvGraphicFramePr>
        <p:xfrm>
          <a:off x="1511300" y="4768850"/>
          <a:ext cx="29083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777" name="Equation" r:id="rId9" imgW="2908080" imgH="672840" progId="Equation.3">
                  <p:embed/>
                </p:oleObj>
              </mc:Choice>
              <mc:Fallback>
                <p:oleObj name="Equation" r:id="rId9" imgW="2908080" imgH="672840" progId="Equation.3">
                  <p:embed/>
                  <p:pic>
                    <p:nvPicPr>
                      <p:cNvPr id="23655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300" y="4768850"/>
                        <a:ext cx="29083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0353572"/>
              </p:ext>
            </p:extLst>
          </p:nvPr>
        </p:nvGraphicFramePr>
        <p:xfrm>
          <a:off x="1397000" y="5337640"/>
          <a:ext cx="31369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778" name="Equation" r:id="rId11" imgW="3136680" imgH="711000" progId="Equation.3">
                  <p:embed/>
                </p:oleObj>
              </mc:Choice>
              <mc:Fallback>
                <p:oleObj name="Equation" r:id="rId11" imgW="3136680" imgH="711000" progId="Equation.3">
                  <p:embed/>
                  <p:pic>
                    <p:nvPicPr>
                      <p:cNvPr id="23655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7000" y="5337640"/>
                        <a:ext cx="31369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7262673"/>
              </p:ext>
            </p:extLst>
          </p:nvPr>
        </p:nvGraphicFramePr>
        <p:xfrm>
          <a:off x="4630783" y="5420190"/>
          <a:ext cx="32512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779" name="Equation" r:id="rId13" imgW="3251160" imgH="545760" progId="Equation.3">
                  <p:embed/>
                </p:oleObj>
              </mc:Choice>
              <mc:Fallback>
                <p:oleObj name="Equation" r:id="rId13" imgW="3251160" imgH="545760" progId="Equation.3">
                  <p:embed/>
                  <p:pic>
                    <p:nvPicPr>
                      <p:cNvPr id="23655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0783" y="5420190"/>
                        <a:ext cx="32512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2594351"/>
              </p:ext>
            </p:extLst>
          </p:nvPr>
        </p:nvGraphicFramePr>
        <p:xfrm>
          <a:off x="8151041" y="5543550"/>
          <a:ext cx="2476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780" name="Equation" r:id="rId15" imgW="2476440" imgH="419040" progId="Equation.3">
                  <p:embed/>
                </p:oleObj>
              </mc:Choice>
              <mc:Fallback>
                <p:oleObj name="Equation" r:id="rId15" imgW="2476440" imgH="419040" progId="Equation.3">
                  <p:embed/>
                  <p:pic>
                    <p:nvPicPr>
                      <p:cNvPr id="23450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1041" y="5543550"/>
                        <a:ext cx="2476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7476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Impedance (Z)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000FF"/>
                </a:solidFill>
              </a:rPr>
              <a:t>(a)</a:t>
            </a:r>
          </a:p>
          <a:p>
            <a:pPr marL="346075" indent="-346075" algn="just">
              <a:lnSpc>
                <a:spcPct val="120000"/>
              </a:lnSpc>
            </a:pPr>
            <a:endParaRPr lang="en-US" sz="2800" b="1" dirty="0">
              <a:solidFill>
                <a:srgbClr val="0000FF"/>
              </a:solidFill>
            </a:endParaRPr>
          </a:p>
          <a:p>
            <a:pPr marL="346075" indent="-346075" algn="just">
              <a:lnSpc>
                <a:spcPct val="120000"/>
              </a:lnSpc>
            </a:pPr>
            <a:endParaRPr lang="en-US" sz="2800" b="1" dirty="0">
              <a:solidFill>
                <a:srgbClr val="0000FF"/>
              </a:solidFill>
            </a:endParaRPr>
          </a:p>
          <a:p>
            <a:pPr marL="346075" indent="-346075" algn="just">
              <a:lnSpc>
                <a:spcPct val="120000"/>
              </a:lnSpc>
            </a:pPr>
            <a:endParaRPr lang="en-US" sz="2800" b="1" dirty="0">
              <a:solidFill>
                <a:srgbClr val="0000FF"/>
              </a:solidFill>
            </a:endParaRPr>
          </a:p>
          <a:p>
            <a:pPr marL="346075" indent="-346075" algn="just">
              <a:lnSpc>
                <a:spcPct val="120000"/>
              </a:lnSpc>
            </a:pPr>
            <a:endParaRPr lang="en-US" sz="2800" b="1" dirty="0">
              <a:solidFill>
                <a:srgbClr val="0000FF"/>
              </a:solidFill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000FF"/>
                </a:solidFill>
              </a:rPr>
              <a:t>	Hence,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55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1397385"/>
              </p:ext>
            </p:extLst>
          </p:nvPr>
        </p:nvGraphicFramePr>
        <p:xfrm>
          <a:off x="1600200" y="1398996"/>
          <a:ext cx="33909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0818" name="Equation" r:id="rId3" imgW="3390840" imgH="1282680" progId="Equation.3">
                  <p:embed/>
                </p:oleObj>
              </mc:Choice>
              <mc:Fallback>
                <p:oleObj name="Equation" r:id="rId3" imgW="3390840" imgH="1282680" progId="Equation.3">
                  <p:embed/>
                  <p:pic>
                    <p:nvPicPr>
                      <p:cNvPr id="23757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398996"/>
                        <a:ext cx="3390900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411130"/>
              </p:ext>
            </p:extLst>
          </p:nvPr>
        </p:nvGraphicFramePr>
        <p:xfrm>
          <a:off x="5060950" y="1456146"/>
          <a:ext cx="12319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0819" name="Equation" r:id="rId5" imgW="1231560" imgH="1168200" progId="Equation.3">
                  <p:embed/>
                </p:oleObj>
              </mc:Choice>
              <mc:Fallback>
                <p:oleObj name="Equation" r:id="rId5" imgW="1231560" imgH="1168200" progId="Equation.3">
                  <p:embed/>
                  <p:pic>
                    <p:nvPicPr>
                      <p:cNvPr id="23757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0950" y="1456146"/>
                        <a:ext cx="123190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2096528"/>
              </p:ext>
            </p:extLst>
          </p:nvPr>
        </p:nvGraphicFramePr>
        <p:xfrm>
          <a:off x="6651625" y="1830796"/>
          <a:ext cx="1422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0820" name="Equation" r:id="rId7" imgW="1422360" imgH="419040" progId="Equation.3">
                  <p:embed/>
                </p:oleObj>
              </mc:Choice>
              <mc:Fallback>
                <p:oleObj name="Equation" r:id="rId7" imgW="1422360" imgH="419040" progId="Equation.3">
                  <p:embed/>
                  <p:pic>
                    <p:nvPicPr>
                      <p:cNvPr id="23757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625" y="1830796"/>
                        <a:ext cx="1422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6979182"/>
              </p:ext>
            </p:extLst>
          </p:nvPr>
        </p:nvGraphicFramePr>
        <p:xfrm>
          <a:off x="1924050" y="2686050"/>
          <a:ext cx="43688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0821" name="Equation" r:id="rId9" imgW="4368600" imgH="1295280" progId="Equation.3">
                  <p:embed/>
                </p:oleObj>
              </mc:Choice>
              <mc:Fallback>
                <p:oleObj name="Equation" r:id="rId9" imgW="4368600" imgH="1295280" progId="Equation.3">
                  <p:embed/>
                  <p:pic>
                    <p:nvPicPr>
                      <p:cNvPr id="23757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2686050"/>
                        <a:ext cx="43688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1153042"/>
              </p:ext>
            </p:extLst>
          </p:nvPr>
        </p:nvGraphicFramePr>
        <p:xfrm>
          <a:off x="6677751" y="3124200"/>
          <a:ext cx="2349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0822" name="Equation" r:id="rId11" imgW="2349360" imgH="419040" progId="Equation.3">
                  <p:embed/>
                </p:oleObj>
              </mc:Choice>
              <mc:Fallback>
                <p:oleObj name="Equation" r:id="rId11" imgW="2349360" imgH="419040" progId="Equation.3">
                  <p:embed/>
                  <p:pic>
                    <p:nvPicPr>
                      <p:cNvPr id="23758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7751" y="3124200"/>
                        <a:ext cx="2349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5916931"/>
              </p:ext>
            </p:extLst>
          </p:nvPr>
        </p:nvGraphicFramePr>
        <p:xfrm>
          <a:off x="3219451" y="4148818"/>
          <a:ext cx="21463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0823" name="Equation" r:id="rId13" imgW="2145960" imgH="1295280" progId="Equation.3">
                  <p:embed/>
                </p:oleObj>
              </mc:Choice>
              <mc:Fallback>
                <p:oleObj name="Equation" r:id="rId13" imgW="2145960" imgH="1295280" progId="Equation.3">
                  <p:embed/>
                  <p:pic>
                    <p:nvPicPr>
                      <p:cNvPr id="23758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9451" y="4148818"/>
                        <a:ext cx="21463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1970019"/>
              </p:ext>
            </p:extLst>
          </p:nvPr>
        </p:nvGraphicFramePr>
        <p:xfrm>
          <a:off x="5432425" y="4212318"/>
          <a:ext cx="38608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0824" name="Equation" r:id="rId15" imgW="3860640" imgH="1168200" progId="Equation.3">
                  <p:embed/>
                </p:oleObj>
              </mc:Choice>
              <mc:Fallback>
                <p:oleObj name="Equation" r:id="rId15" imgW="3860640" imgH="1168200" progId="Equation.3">
                  <p:embed/>
                  <p:pic>
                    <p:nvPicPr>
                      <p:cNvPr id="23758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2425" y="4212318"/>
                        <a:ext cx="386080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0481446"/>
              </p:ext>
            </p:extLst>
          </p:nvPr>
        </p:nvGraphicFramePr>
        <p:xfrm>
          <a:off x="5897790" y="5636804"/>
          <a:ext cx="19177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0825" name="Equation" r:id="rId17" imgW="1917360" imgH="520560" progId="Equation.3">
                  <p:embed/>
                </p:oleObj>
              </mc:Choice>
              <mc:Fallback>
                <p:oleObj name="Equation" r:id="rId17" imgW="1917360" imgH="520560" progId="Equation.3">
                  <p:embed/>
                  <p:pic>
                    <p:nvPicPr>
                      <p:cNvPr id="23758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7790" y="5636804"/>
                        <a:ext cx="19177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9027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Impedance (Z)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9600" b="1" dirty="0">
                <a:solidFill>
                  <a:srgbClr val="0000FF"/>
                </a:solidFill>
              </a:rPr>
              <a:t> </a:t>
            </a:r>
            <a:r>
              <a:rPr lang="en-US" sz="2800" b="1" dirty="0">
                <a:solidFill>
                  <a:srgbClr val="0000FF"/>
                </a:solidFill>
              </a:rPr>
              <a:t>(b)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56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7869891"/>
              </p:ext>
            </p:extLst>
          </p:nvPr>
        </p:nvGraphicFramePr>
        <p:xfrm>
          <a:off x="2337345" y="1905000"/>
          <a:ext cx="30480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1758" name="Equation" r:id="rId3" imgW="3047760" imgH="1244520" progId="Equation.3">
                  <p:embed/>
                </p:oleObj>
              </mc:Choice>
              <mc:Fallback>
                <p:oleObj name="Equation" r:id="rId3" imgW="3047760" imgH="1244520" progId="Equation.3">
                  <p:embed/>
                  <p:pic>
                    <p:nvPicPr>
                      <p:cNvPr id="23758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7345" y="1905000"/>
                        <a:ext cx="30480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92827"/>
              </p:ext>
            </p:extLst>
          </p:nvPr>
        </p:nvGraphicFramePr>
        <p:xfrm>
          <a:off x="5550990" y="1905000"/>
          <a:ext cx="251460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1759" name="Equation" r:id="rId5" imgW="2514600" imgH="1358640" progId="Equation.3">
                  <p:embed/>
                </p:oleObj>
              </mc:Choice>
              <mc:Fallback>
                <p:oleObj name="Equation" r:id="rId5" imgW="2514600" imgH="1358640" progId="Equation.3">
                  <p:embed/>
                  <p:pic>
                    <p:nvPicPr>
                      <p:cNvPr id="23758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0990" y="1905000"/>
                        <a:ext cx="2514600" cy="1358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8851805"/>
              </p:ext>
            </p:extLst>
          </p:nvPr>
        </p:nvGraphicFramePr>
        <p:xfrm>
          <a:off x="2667000" y="3253196"/>
          <a:ext cx="36703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1760" name="Equation" r:id="rId7" imgW="3670200" imgH="1244520" progId="Equation.3">
                  <p:embed/>
                </p:oleObj>
              </mc:Choice>
              <mc:Fallback>
                <p:oleObj name="Equation" r:id="rId7" imgW="3670200" imgH="1244520" progId="Equation.3">
                  <p:embed/>
                  <p:pic>
                    <p:nvPicPr>
                      <p:cNvPr id="23758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253196"/>
                        <a:ext cx="36703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5677774"/>
              </p:ext>
            </p:extLst>
          </p:nvPr>
        </p:nvGraphicFramePr>
        <p:xfrm>
          <a:off x="2774950" y="4751796"/>
          <a:ext cx="17272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1761" name="Equation" r:id="rId9" imgW="1726920" imgH="495000" progId="Equation.3">
                  <p:embed/>
                </p:oleObj>
              </mc:Choice>
              <mc:Fallback>
                <p:oleObj name="Equation" r:id="rId9" imgW="1726920" imgH="495000" progId="Equation.3">
                  <p:embed/>
                  <p:pic>
                    <p:nvPicPr>
                      <p:cNvPr id="23758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4950" y="4751796"/>
                        <a:ext cx="17272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3483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00FF"/>
                </a:solidFill>
              </a:rPr>
              <a:t>Power In Ac Circuits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03350"/>
            <a:ext cx="11201400" cy="4692650"/>
          </a:xfrm>
        </p:spPr>
        <p:txBody>
          <a:bodyPr/>
          <a:lstStyle/>
          <a:p>
            <a:pPr marL="346075" indent="-346075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There are three kinds of power in ac circuits</a:t>
            </a:r>
          </a:p>
          <a:p>
            <a:pPr marL="1828800" indent="-404813" algn="just">
              <a:lnSpc>
                <a:spcPct val="120000"/>
              </a:lnSpc>
              <a:buFont typeface="+mj-lt"/>
              <a:buAutoNum type="arabicPeriod"/>
            </a:pPr>
            <a:r>
              <a:rPr lang="en-US" sz="2800" dirty="0">
                <a:solidFill>
                  <a:srgbClr val="0000FF"/>
                </a:solidFill>
              </a:rPr>
              <a:t>Apparent Power (S) which is measured in Volt-amperes (VA)</a:t>
            </a:r>
          </a:p>
          <a:p>
            <a:pPr marL="1828800" indent="-404813" algn="just">
              <a:lnSpc>
                <a:spcPct val="120000"/>
              </a:lnSpc>
              <a:buFont typeface="+mj-lt"/>
              <a:buAutoNum type="arabicPeriod"/>
            </a:pPr>
            <a:r>
              <a:rPr lang="en-US" sz="2800" dirty="0">
                <a:solidFill>
                  <a:srgbClr val="0000FF"/>
                </a:solidFill>
              </a:rPr>
              <a:t>Active Power (P) which is measured in Watts (W). </a:t>
            </a:r>
          </a:p>
          <a:p>
            <a:pPr marL="1423987" indent="0" algn="just">
              <a:lnSpc>
                <a:spcPct val="120000"/>
              </a:lnSpc>
              <a:buNone/>
            </a:pPr>
            <a:r>
              <a:rPr lang="en-US" sz="2800" dirty="0" smtClean="0">
                <a:solidFill>
                  <a:srgbClr val="0000FF"/>
                </a:solidFill>
              </a:rPr>
              <a:t>Active </a:t>
            </a:r>
            <a:r>
              <a:rPr lang="en-US" sz="2800" dirty="0">
                <a:solidFill>
                  <a:srgbClr val="0000FF"/>
                </a:solidFill>
              </a:rPr>
              <a:t>Power is also called Actual Power, Useful Power, True Power, Real Power or simply, Power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57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4400" y="4343400"/>
            <a:ext cx="10178143" cy="1097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8800" indent="-404813" algn="just">
              <a:lnSpc>
                <a:spcPct val="120000"/>
              </a:lnSpc>
            </a:pPr>
            <a:r>
              <a:rPr lang="en-US" sz="2800" dirty="0">
                <a:solidFill>
                  <a:srgbClr val="0000FF"/>
                </a:solidFill>
              </a:rPr>
              <a:t>3.</a:t>
            </a:r>
            <a:r>
              <a:rPr lang="en-US" b="1" dirty="0">
                <a:solidFill>
                  <a:srgbClr val="0000FF"/>
                </a:solidFill>
              </a:rPr>
              <a:t>	</a:t>
            </a:r>
            <a:r>
              <a:rPr lang="en-US" sz="2800" dirty="0">
                <a:solidFill>
                  <a:srgbClr val="0000FF"/>
                </a:solidFill>
              </a:rPr>
              <a:t>Reactive Power (Q) which is measured in Volt-amperes reactive (VAR)</a:t>
            </a:r>
          </a:p>
        </p:txBody>
      </p:sp>
    </p:spTree>
    <p:extLst>
      <p:ext uri="{BB962C8B-B14F-4D97-AF65-F5344CB8AC3E}">
        <p14:creationId xmlns:p14="http://schemas.microsoft.com/office/powerpoint/2010/main" val="4020560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Power In Ac Circuits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0000FF"/>
                </a:solidFill>
              </a:rPr>
              <a:t>There following relationships exist between S, P and Q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58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4267201" y="2247900"/>
          <a:ext cx="3714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2927" name="Equation" r:id="rId3" imgW="371325" imgH="419637" progId="Equation.3">
                  <p:embed/>
                </p:oleObj>
              </mc:Choice>
              <mc:Fallback>
                <p:oleObj name="Equation" r:id="rId3" imgW="371325" imgH="419637" progId="Equation.3">
                  <p:embed/>
                  <p:pic>
                    <p:nvPicPr>
                      <p:cNvPr id="24985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1" y="2247900"/>
                        <a:ext cx="37147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"/>
          <p:cNvGraphicFramePr>
            <a:graphicFrameLocks noChangeAspect="1"/>
          </p:cNvGraphicFramePr>
          <p:nvPr/>
        </p:nvGraphicFramePr>
        <p:xfrm>
          <a:off x="4648200" y="2209801"/>
          <a:ext cx="97155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2928" name="Equation" r:id="rId5" imgW="964781" imgH="406224" progId="Equation.3">
                  <p:embed/>
                </p:oleObj>
              </mc:Choice>
              <mc:Fallback>
                <p:oleObj name="Equation" r:id="rId5" imgW="964781" imgH="406224" progId="Equation.3">
                  <p:embed/>
                  <p:pic>
                    <p:nvPicPr>
                      <p:cNvPr id="24986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2209801"/>
                        <a:ext cx="971550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"/>
          <p:cNvGraphicFramePr>
            <a:graphicFrameLocks noChangeAspect="1"/>
          </p:cNvGraphicFramePr>
          <p:nvPr/>
        </p:nvGraphicFramePr>
        <p:xfrm>
          <a:off x="2057400" y="2667000"/>
          <a:ext cx="518160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2929" name="Visio" r:id="rId7" imgW="2371700" imgH="1111586" progId="Visio.Drawing.11">
                  <p:embed/>
                </p:oleObj>
              </mc:Choice>
              <mc:Fallback>
                <p:oleObj name="Visio" r:id="rId7" imgW="2371700" imgH="1111586" progId="Visio.Drawing.11">
                  <p:embed/>
                  <p:pic>
                    <p:nvPicPr>
                      <p:cNvPr id="24985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667000"/>
                        <a:ext cx="5181600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1828800" y="4648201"/>
          <a:ext cx="40005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2930" name="Equation" r:id="rId9" imgW="393480" imgH="393480" progId="Equation.3">
                  <p:embed/>
                </p:oleObj>
              </mc:Choice>
              <mc:Fallback>
                <p:oleObj name="Equation" r:id="rId9" imgW="393480" imgH="393480" progId="Equation.3">
                  <p:embed/>
                  <p:pic>
                    <p:nvPicPr>
                      <p:cNvPr id="2498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648201"/>
                        <a:ext cx="400050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2"/>
          <p:cNvGraphicFramePr>
            <a:graphicFrameLocks noChangeAspect="1"/>
          </p:cNvGraphicFramePr>
          <p:nvPr/>
        </p:nvGraphicFramePr>
        <p:xfrm>
          <a:off x="2133601" y="4724402"/>
          <a:ext cx="1142999" cy="380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2931" name="Equation" r:id="rId11" imgW="2019240" imgH="520560" progId="Equation.3">
                  <p:embed/>
                </p:oleObj>
              </mc:Choice>
              <mc:Fallback>
                <p:oleObj name="Equation" r:id="rId11" imgW="2019240" imgH="520560" progId="Equation.3">
                  <p:embed/>
                  <p:pic>
                    <p:nvPicPr>
                      <p:cNvPr id="24987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1" y="4724402"/>
                        <a:ext cx="1142999" cy="38099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/>
          <p:cNvGraphicFramePr>
            <a:graphicFrameLocks noChangeAspect="1"/>
          </p:cNvGraphicFramePr>
          <p:nvPr/>
        </p:nvGraphicFramePr>
        <p:xfrm>
          <a:off x="7143750" y="4572001"/>
          <a:ext cx="4000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2932" name="Equation" r:id="rId13" imgW="393529" imgH="520474" progId="Equation.3">
                  <p:embed/>
                </p:oleObj>
              </mc:Choice>
              <mc:Fallback>
                <p:oleObj name="Equation" r:id="rId13" imgW="393529" imgH="520474" progId="Equation.3">
                  <p:embed/>
                  <p:pic>
                    <p:nvPicPr>
                      <p:cNvPr id="24986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0" y="4572001"/>
                        <a:ext cx="400050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1"/>
          <p:cNvGraphicFramePr>
            <a:graphicFrameLocks noChangeAspect="1"/>
          </p:cNvGraphicFramePr>
          <p:nvPr/>
        </p:nvGraphicFramePr>
        <p:xfrm>
          <a:off x="7620000" y="4572001"/>
          <a:ext cx="20002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2933" name="Equation" r:id="rId15" imgW="1981080" imgH="520560" progId="Equation.3">
                  <p:embed/>
                </p:oleObj>
              </mc:Choice>
              <mc:Fallback>
                <p:oleObj name="Equation" r:id="rId15" imgW="1981080" imgH="520560" progId="Equation.3">
                  <p:embed/>
                  <p:pic>
                    <p:nvPicPr>
                      <p:cNvPr id="24987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4572001"/>
                        <a:ext cx="2000250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3267076" y="3657601"/>
          <a:ext cx="275272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2934" name="Equation" r:id="rId17" imgW="2730500" imgH="596900" progId="Equation.3">
                  <p:embed/>
                </p:oleObj>
              </mc:Choice>
              <mc:Fallback>
                <p:oleObj name="Equation" r:id="rId17" imgW="2730500" imgH="596900" progId="Equation.3">
                  <p:embed/>
                  <p:pic>
                    <p:nvPicPr>
                      <p:cNvPr id="24986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7076" y="3657601"/>
                        <a:ext cx="2752725" cy="600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7"/>
          <p:cNvGraphicFramePr>
            <a:graphicFrameLocks noChangeAspect="1"/>
          </p:cNvGraphicFramePr>
          <p:nvPr/>
        </p:nvGraphicFramePr>
        <p:xfrm>
          <a:off x="3448050" y="4191001"/>
          <a:ext cx="23431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2935" name="Equation" r:id="rId19" imgW="2323800" imgH="520560" progId="Equation.3">
                  <p:embed/>
                </p:oleObj>
              </mc:Choice>
              <mc:Fallback>
                <p:oleObj name="Equation" r:id="rId19" imgW="2323800" imgH="520560" progId="Equation.3">
                  <p:embed/>
                  <p:pic>
                    <p:nvPicPr>
                      <p:cNvPr id="24987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8050" y="4191001"/>
                        <a:ext cx="2343150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8"/>
          <p:cNvGraphicFramePr>
            <a:graphicFrameLocks noChangeAspect="1"/>
          </p:cNvGraphicFramePr>
          <p:nvPr/>
        </p:nvGraphicFramePr>
        <p:xfrm>
          <a:off x="3486150" y="4724401"/>
          <a:ext cx="23050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2936" name="Equation" r:id="rId21" imgW="2286000" imgH="520560" progId="Equation.3">
                  <p:embed/>
                </p:oleObj>
              </mc:Choice>
              <mc:Fallback>
                <p:oleObj name="Equation" r:id="rId21" imgW="2286000" imgH="520560" progId="Equation.3">
                  <p:embed/>
                  <p:pic>
                    <p:nvPicPr>
                      <p:cNvPr id="249874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6150" y="4724401"/>
                        <a:ext cx="2305050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9"/>
          <p:cNvGraphicFramePr>
            <a:graphicFrameLocks noChangeAspect="1"/>
          </p:cNvGraphicFramePr>
          <p:nvPr/>
        </p:nvGraphicFramePr>
        <p:xfrm>
          <a:off x="3457576" y="5257801"/>
          <a:ext cx="103822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2937" name="Equation" r:id="rId23" imgW="1028520" imgH="520560" progId="Equation.3">
                  <p:embed/>
                </p:oleObj>
              </mc:Choice>
              <mc:Fallback>
                <p:oleObj name="Equation" r:id="rId23" imgW="1028520" imgH="520560" progId="Equation.3">
                  <p:embed/>
                  <p:pic>
                    <p:nvPicPr>
                      <p:cNvPr id="249875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7576" y="5257801"/>
                        <a:ext cx="1038225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0835861"/>
              </p:ext>
            </p:extLst>
          </p:nvPr>
        </p:nvGraphicFramePr>
        <p:xfrm>
          <a:off x="9560720" y="4843463"/>
          <a:ext cx="1563687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2938" name="Equation" r:id="rId25" imgW="1549080" imgH="1168200" progId="Equation.3">
                  <p:embed/>
                </p:oleObj>
              </mc:Choice>
              <mc:Fallback>
                <p:oleObj name="Equation" r:id="rId25" imgW="1549080" imgH="1168200" progId="Equation.3">
                  <p:embed/>
                  <p:pic>
                    <p:nvPicPr>
                      <p:cNvPr id="24987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60720" y="4843463"/>
                        <a:ext cx="1563687" cy="1174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7315200" y="1752600"/>
          <a:ext cx="3048000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2939" name="Visio" r:id="rId27" imgW="1625314" imgH="1265449" progId="Visio.Drawing.11">
                  <p:embed/>
                </p:oleObj>
              </mc:Choice>
              <mc:Fallback>
                <p:oleObj name="Visio" r:id="rId27" imgW="1625314" imgH="1265449" progId="Visio.Drawing.11">
                  <p:embed/>
                  <p:pic>
                    <p:nvPicPr>
                      <p:cNvPr id="24987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1752600"/>
                        <a:ext cx="3048000" cy="289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/>
          <p:cNvSpPr/>
          <p:nvPr/>
        </p:nvSpPr>
        <p:spPr>
          <a:xfrm>
            <a:off x="4619625" y="5149850"/>
            <a:ext cx="6096000" cy="58092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6075" indent="-346075" algn="just">
              <a:lnSpc>
                <a:spcPct val="120000"/>
              </a:lnSpc>
            </a:pPr>
            <a:r>
              <a:rPr lang="en-US" sz="2800" dirty="0">
                <a:solidFill>
                  <a:srgbClr val="0000FF"/>
                </a:solidFill>
              </a:rPr>
              <a:t>is called power factor (</a:t>
            </a:r>
            <a:r>
              <a:rPr lang="en-US" sz="2800" i="1" dirty="0">
                <a:solidFill>
                  <a:srgbClr val="0000FF"/>
                </a:solidFill>
              </a:rPr>
              <a:t>pf</a:t>
            </a:r>
            <a:r>
              <a:rPr lang="en-US" sz="2800" dirty="0">
                <a:solidFill>
                  <a:srgbClr val="0000FF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21129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Power In Ac Circuits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6075" indent="-346075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Power factor may be said to be lagging or leading.</a:t>
            </a:r>
          </a:p>
          <a:p>
            <a:pPr marL="346075" indent="-346075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Power factor is lagging when current lags voltage</a:t>
            </a:r>
          </a:p>
          <a:p>
            <a:pPr marL="346075" indent="-346075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Power factor is leading when current leads voltage</a:t>
            </a:r>
          </a:p>
          <a:p>
            <a:pPr marL="346075" indent="-346075" algn="just">
              <a:lnSpc>
                <a:spcPct val="120000"/>
              </a:lnSpc>
              <a:buFont typeface="Wingdings" pitchFamily="2" charset="2"/>
              <a:buChar char="v"/>
            </a:pPr>
            <a:endParaRPr lang="en-US" sz="9600" b="1" dirty="0">
              <a:solidFill>
                <a:srgbClr val="0000FF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59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9504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Power In Ac Circuits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</a:rPr>
              <a:t>Relationships between the three passive elements , P and Q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60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6191401"/>
              </p:ext>
            </p:extLst>
          </p:nvPr>
        </p:nvGraphicFramePr>
        <p:xfrm>
          <a:off x="1066800" y="1981200"/>
          <a:ext cx="34290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766" name="Visio" r:id="rId3" imgW="1161286" imgH="1239265" progId="Visio.Drawing.11">
                  <p:embed/>
                </p:oleObj>
              </mc:Choice>
              <mc:Fallback>
                <p:oleObj name="Visio" r:id="rId3" imgW="1161286" imgH="1239265" progId="Visio.Drawing.11">
                  <p:embed/>
                  <p:pic>
                    <p:nvPicPr>
                      <p:cNvPr id="25089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981200"/>
                        <a:ext cx="3429000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1443695"/>
              </p:ext>
            </p:extLst>
          </p:nvPr>
        </p:nvGraphicFramePr>
        <p:xfrm>
          <a:off x="5689600" y="1905000"/>
          <a:ext cx="304800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767" name="Visio" r:id="rId5" imgW="1625314" imgH="1265449" progId="Visio.Drawing.11">
                  <p:embed/>
                </p:oleObj>
              </mc:Choice>
              <mc:Fallback>
                <p:oleObj name="Visio" r:id="rId5" imgW="1625314" imgH="1265449" progId="Visio.Drawing.11">
                  <p:embed/>
                  <p:pic>
                    <p:nvPicPr>
                      <p:cNvPr id="25089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9600" y="1905000"/>
                        <a:ext cx="3048000" cy="251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1752600" y="4011609"/>
            <a:ext cx="8382000" cy="21605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93750" indent="-450850" algn="just">
              <a:lnSpc>
                <a:spcPct val="120000"/>
              </a:lnSpc>
              <a:buFont typeface="+mj-lt"/>
              <a:buAutoNum type="arabicPeriod"/>
            </a:pPr>
            <a:r>
              <a:rPr lang="en-US" sz="2800" dirty="0">
                <a:solidFill>
                  <a:srgbClr val="0000FF"/>
                </a:solidFill>
              </a:rPr>
              <a:t>Resistors consume only P</a:t>
            </a:r>
          </a:p>
          <a:p>
            <a:pPr marL="793750" indent="-449263" algn="just">
              <a:lnSpc>
                <a:spcPct val="120000"/>
              </a:lnSpc>
              <a:buFont typeface="+mj-lt"/>
              <a:buAutoNum type="arabicPeriod"/>
            </a:pPr>
            <a:r>
              <a:rPr lang="en-US" sz="2800" dirty="0">
                <a:solidFill>
                  <a:srgbClr val="0000FF"/>
                </a:solidFill>
              </a:rPr>
              <a:t>Inductors consume only Q</a:t>
            </a:r>
          </a:p>
          <a:p>
            <a:pPr marL="793750" indent="-449263" algn="just">
              <a:lnSpc>
                <a:spcPct val="120000"/>
              </a:lnSpc>
              <a:buFont typeface="+mj-lt"/>
              <a:buAutoNum type="arabicPeriod"/>
            </a:pPr>
            <a:r>
              <a:rPr lang="en-US" sz="2800" dirty="0">
                <a:solidFill>
                  <a:srgbClr val="0000FF"/>
                </a:solidFill>
              </a:rPr>
              <a:t>Capacitors do not consume P and Q. They rather supply Q or reduce the consumption of Q.</a:t>
            </a:r>
          </a:p>
        </p:txBody>
      </p:sp>
    </p:spTree>
    <p:extLst>
      <p:ext uri="{BB962C8B-B14F-4D97-AF65-F5344CB8AC3E}">
        <p14:creationId xmlns:p14="http://schemas.microsoft.com/office/powerpoint/2010/main" val="253969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Power In Ac Circuits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958" y="1425575"/>
            <a:ext cx="11277600" cy="4692650"/>
          </a:xfrm>
        </p:spPr>
        <p:txBody>
          <a:bodyPr/>
          <a:lstStyle/>
          <a:p>
            <a:pPr marL="346075" indent="-346075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Example </a:t>
            </a:r>
            <a:r>
              <a:rPr lang="en-US" sz="2800" dirty="0" smtClean="0">
                <a:solidFill>
                  <a:srgbClr val="0000FF"/>
                </a:solidFill>
              </a:rPr>
              <a:t>1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800" dirty="0" smtClean="0">
                <a:solidFill>
                  <a:srgbClr val="0000FF"/>
                </a:solidFill>
              </a:rPr>
              <a:t>A </a:t>
            </a:r>
            <a:r>
              <a:rPr lang="en-US" sz="2800" dirty="0">
                <a:solidFill>
                  <a:srgbClr val="0000FF"/>
                </a:solidFill>
              </a:rPr>
              <a:t>single-phase motor connected to a 400-V, 50-Hz supply is developing 10 kW with efficiency of 84 per cent and a power factor of 0.7 lagging. Calculate (a) the input kVA (b) the active and reactive components of the current and (c) the reactive kVA.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61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49234" y="4038600"/>
            <a:ext cx="6096000" cy="11264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6075" indent="-346075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Solution</a:t>
            </a:r>
          </a:p>
          <a:p>
            <a:pPr marL="346075" indent="-346075" algn="just">
              <a:lnSpc>
                <a:spcPct val="120000"/>
              </a:lnSpc>
            </a:pPr>
            <a:r>
              <a:rPr lang="en-US" sz="2800" dirty="0">
                <a:solidFill>
                  <a:srgbClr val="0000FF"/>
                </a:solidFill>
              </a:rPr>
              <a:t>	(a)</a:t>
            </a: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6060161"/>
              </p:ext>
            </p:extLst>
          </p:nvPr>
        </p:nvGraphicFramePr>
        <p:xfrm>
          <a:off x="2181134" y="4536412"/>
          <a:ext cx="18161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4808" name="Equation" r:id="rId3" imgW="1815840" imgH="1257120" progId="Equation.3">
                  <p:embed/>
                </p:oleObj>
              </mc:Choice>
              <mc:Fallback>
                <p:oleObj name="Equation" r:id="rId3" imgW="1815840" imgH="1257120" progId="Equation.3">
                  <p:embed/>
                  <p:pic>
                    <p:nvPicPr>
                      <p:cNvPr id="25395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1134" y="4536412"/>
                        <a:ext cx="1816100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682300"/>
              </p:ext>
            </p:extLst>
          </p:nvPr>
        </p:nvGraphicFramePr>
        <p:xfrm>
          <a:off x="4162334" y="4515520"/>
          <a:ext cx="13589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4809" name="Equation" r:id="rId5" imgW="1358640" imgH="1168200" progId="Equation.3">
                  <p:embed/>
                </p:oleObj>
              </mc:Choice>
              <mc:Fallback>
                <p:oleObj name="Equation" r:id="rId5" imgW="1358640" imgH="1168200" progId="Equation.3">
                  <p:embed/>
                  <p:pic>
                    <p:nvPicPr>
                      <p:cNvPr id="25395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2334" y="4515520"/>
                        <a:ext cx="135890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7239030"/>
              </p:ext>
            </p:extLst>
          </p:nvPr>
        </p:nvGraphicFramePr>
        <p:xfrm>
          <a:off x="5996758" y="4890170"/>
          <a:ext cx="2654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4810" name="Equation" r:id="rId7" imgW="2654280" imgH="419040" progId="Equation.3">
                  <p:embed/>
                </p:oleObj>
              </mc:Choice>
              <mc:Fallback>
                <p:oleObj name="Equation" r:id="rId7" imgW="2654280" imgH="419040" progId="Equation.3">
                  <p:embed/>
                  <p:pic>
                    <p:nvPicPr>
                      <p:cNvPr id="25395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6758" y="4890170"/>
                        <a:ext cx="26543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50632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Power In Ac Circuits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62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Object 2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8768250"/>
              </p:ext>
            </p:extLst>
          </p:nvPr>
        </p:nvGraphicFramePr>
        <p:xfrm>
          <a:off x="1981200" y="1676400"/>
          <a:ext cx="1524000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010" name="Equation" r:id="rId3" imgW="1523880" imgH="1269720" progId="Equation.3">
                  <p:embed/>
                </p:oleObj>
              </mc:Choice>
              <mc:Fallback>
                <p:oleObj name="Equation" r:id="rId3" imgW="1523880" imgH="1269720" progId="Equation.3">
                  <p:embed/>
                  <p:pic>
                    <p:nvPicPr>
                      <p:cNvPr id="25395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676400"/>
                        <a:ext cx="1524000" cy="127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596487"/>
              </p:ext>
            </p:extLst>
          </p:nvPr>
        </p:nvGraphicFramePr>
        <p:xfrm>
          <a:off x="3962400" y="1650274"/>
          <a:ext cx="18669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011" name="Equation" r:id="rId5" imgW="1866600" imgH="1168200" progId="Equation.3">
                  <p:embed/>
                </p:oleObj>
              </mc:Choice>
              <mc:Fallback>
                <p:oleObj name="Equation" r:id="rId5" imgW="1866600" imgH="1168200" progId="Equation.3">
                  <p:embed/>
                  <p:pic>
                    <p:nvPicPr>
                      <p:cNvPr id="25395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650274"/>
                        <a:ext cx="186690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743314"/>
              </p:ext>
            </p:extLst>
          </p:nvPr>
        </p:nvGraphicFramePr>
        <p:xfrm>
          <a:off x="6096000" y="2024924"/>
          <a:ext cx="2806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012" name="Equation" r:id="rId7" imgW="2806560" imgH="419040" progId="Equation.3">
                  <p:embed/>
                </p:oleObj>
              </mc:Choice>
              <mc:Fallback>
                <p:oleObj name="Equation" r:id="rId7" imgW="2806560" imgH="419040" progId="Equation.3">
                  <p:embed/>
                  <p:pic>
                    <p:nvPicPr>
                      <p:cNvPr id="25395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024924"/>
                        <a:ext cx="2806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/>
          <p:nvPr/>
        </p:nvSpPr>
        <p:spPr>
          <a:xfrm>
            <a:off x="1893026" y="3327400"/>
            <a:ext cx="636713" cy="6093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6075" indent="-346075" algn="just">
              <a:lnSpc>
                <a:spcPct val="120000"/>
              </a:lnSpc>
            </a:pPr>
            <a:r>
              <a:rPr lang="en-US" sz="2800" b="1" dirty="0">
                <a:solidFill>
                  <a:srgbClr val="0000FF"/>
                </a:solidFill>
              </a:rPr>
              <a:t>(b)</a:t>
            </a:r>
          </a:p>
        </p:txBody>
      </p:sp>
      <p:graphicFrame>
        <p:nvGraphicFramePr>
          <p:cNvPr id="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0110814"/>
              </p:ext>
            </p:extLst>
          </p:nvPr>
        </p:nvGraphicFramePr>
        <p:xfrm>
          <a:off x="2708366" y="3566704"/>
          <a:ext cx="1422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013" name="Equation" r:id="rId9" imgW="1422360" imgH="419040" progId="Equation.3">
                  <p:embed/>
                </p:oleObj>
              </mc:Choice>
              <mc:Fallback>
                <p:oleObj name="Equation" r:id="rId9" imgW="1422360" imgH="419040" progId="Equation.3">
                  <p:embed/>
                  <p:pic>
                    <p:nvPicPr>
                      <p:cNvPr id="25498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8366" y="3566704"/>
                        <a:ext cx="1422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2329686"/>
              </p:ext>
            </p:extLst>
          </p:nvPr>
        </p:nvGraphicFramePr>
        <p:xfrm>
          <a:off x="4262483" y="3192054"/>
          <a:ext cx="18161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014" name="Equation" r:id="rId11" imgW="1815840" imgH="1168200" progId="Equation.3">
                  <p:embed/>
                </p:oleObj>
              </mc:Choice>
              <mc:Fallback>
                <p:oleObj name="Equation" r:id="rId11" imgW="1815840" imgH="1168200" progId="Equation.3">
                  <p:embed/>
                  <p:pic>
                    <p:nvPicPr>
                      <p:cNvPr id="25498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2483" y="3192054"/>
                        <a:ext cx="181610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0142136"/>
              </p:ext>
            </p:extLst>
          </p:nvPr>
        </p:nvGraphicFramePr>
        <p:xfrm>
          <a:off x="6287327" y="3166654"/>
          <a:ext cx="30480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015" name="Equation" r:id="rId13" imgW="3047760" imgH="1193760" progId="Equation.3">
                  <p:embed/>
                </p:oleObj>
              </mc:Choice>
              <mc:Fallback>
                <p:oleObj name="Equation" r:id="rId13" imgW="3047760" imgH="1193760" progId="Equation.3">
                  <p:embed/>
                  <p:pic>
                    <p:nvPicPr>
                      <p:cNvPr id="25498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7327" y="3166654"/>
                        <a:ext cx="3048000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8159831"/>
              </p:ext>
            </p:extLst>
          </p:nvPr>
        </p:nvGraphicFramePr>
        <p:xfrm>
          <a:off x="6287327" y="4495800"/>
          <a:ext cx="2222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016" name="Equation" r:id="rId15" imgW="2222280" imgH="419040" progId="Equation.3">
                  <p:embed/>
                </p:oleObj>
              </mc:Choice>
              <mc:Fallback>
                <p:oleObj name="Equation" r:id="rId15" imgW="2222280" imgH="419040" progId="Equation.3">
                  <p:embed/>
                  <p:pic>
                    <p:nvPicPr>
                      <p:cNvPr id="25498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7327" y="4495800"/>
                        <a:ext cx="2222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5363485"/>
              </p:ext>
            </p:extLst>
          </p:nvPr>
        </p:nvGraphicFramePr>
        <p:xfrm>
          <a:off x="2211382" y="4110446"/>
          <a:ext cx="21336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017" name="Visio" r:id="rId17" imgW="1625314" imgH="1265449" progId="Visio.Drawing.11">
                  <p:embed/>
                </p:oleObj>
              </mc:Choice>
              <mc:Fallback>
                <p:oleObj name="Visio" r:id="rId17" imgW="1625314" imgH="1265449" progId="Visio.Drawing.11">
                  <p:embed/>
                  <p:pic>
                    <p:nvPicPr>
                      <p:cNvPr id="25498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1382" y="4110446"/>
                        <a:ext cx="2133600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2642178"/>
              </p:ext>
            </p:extLst>
          </p:nvPr>
        </p:nvGraphicFramePr>
        <p:xfrm>
          <a:off x="3963227" y="4912723"/>
          <a:ext cx="2324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018" name="Equation" r:id="rId19" imgW="2323800" imgH="596880" progId="Equation.3">
                  <p:embed/>
                </p:oleObj>
              </mc:Choice>
              <mc:Fallback>
                <p:oleObj name="Equation" r:id="rId19" imgW="2323800" imgH="596880" progId="Equation.3">
                  <p:embed/>
                  <p:pic>
                    <p:nvPicPr>
                      <p:cNvPr id="25498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3227" y="4912723"/>
                        <a:ext cx="23241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9592234"/>
              </p:ext>
            </p:extLst>
          </p:nvPr>
        </p:nvGraphicFramePr>
        <p:xfrm>
          <a:off x="6572322" y="4920706"/>
          <a:ext cx="2933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019" name="Equation" r:id="rId21" imgW="2933640" imgH="419040" progId="Equation.3">
                  <p:embed/>
                </p:oleObj>
              </mc:Choice>
              <mc:Fallback>
                <p:oleObj name="Equation" r:id="rId21" imgW="2933640" imgH="419040" progId="Equation.3">
                  <p:embed/>
                  <p:pic>
                    <p:nvPicPr>
                      <p:cNvPr id="25498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322" y="4920706"/>
                        <a:ext cx="2933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8492328"/>
              </p:ext>
            </p:extLst>
          </p:nvPr>
        </p:nvGraphicFramePr>
        <p:xfrm>
          <a:off x="9853024" y="4882606"/>
          <a:ext cx="2247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020" name="Equation" r:id="rId23" imgW="2247840" imgH="419040" progId="Equation.3">
                  <p:embed/>
                </p:oleObj>
              </mc:Choice>
              <mc:Fallback>
                <p:oleObj name="Equation" r:id="rId23" imgW="2247840" imgH="419040" progId="Equation.3">
                  <p:embed/>
                  <p:pic>
                    <p:nvPicPr>
                      <p:cNvPr id="25498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3024" y="4882606"/>
                        <a:ext cx="2247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5245041"/>
              </p:ext>
            </p:extLst>
          </p:nvPr>
        </p:nvGraphicFramePr>
        <p:xfrm>
          <a:off x="4845877" y="5486763"/>
          <a:ext cx="2882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021" name="Equation" r:id="rId25" imgW="2882880" imgH="723600" progId="Equation.3">
                  <p:embed/>
                </p:oleObj>
              </mc:Choice>
              <mc:Fallback>
                <p:oleObj name="Equation" r:id="rId25" imgW="2882880" imgH="723600" progId="Equation.3">
                  <p:embed/>
                  <p:pic>
                    <p:nvPicPr>
                      <p:cNvPr id="25499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5877" y="5486763"/>
                        <a:ext cx="28829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0406653"/>
              </p:ext>
            </p:extLst>
          </p:nvPr>
        </p:nvGraphicFramePr>
        <p:xfrm>
          <a:off x="7822213" y="5639163"/>
          <a:ext cx="2209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022" name="Equation" r:id="rId27" imgW="2209680" imgH="419040" progId="Equation.3">
                  <p:embed/>
                </p:oleObj>
              </mc:Choice>
              <mc:Fallback>
                <p:oleObj name="Equation" r:id="rId27" imgW="2209680" imgH="419040" progId="Equation.3">
                  <p:embed/>
                  <p:pic>
                    <p:nvPicPr>
                      <p:cNvPr id="25499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2213" y="5639163"/>
                        <a:ext cx="2209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06785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Power In Ac Circuits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rgbClr val="0000FF"/>
                </a:solidFill>
              </a:rPr>
              <a:t>(b)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63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1294782"/>
              </p:ext>
            </p:extLst>
          </p:nvPr>
        </p:nvGraphicFramePr>
        <p:xfrm>
          <a:off x="1905000" y="1524000"/>
          <a:ext cx="2463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70" name="Equation" r:id="rId3" imgW="2463480" imgH="520560" progId="Equation.3">
                  <p:embed/>
                </p:oleObj>
              </mc:Choice>
              <mc:Fallback>
                <p:oleObj name="Equation" r:id="rId3" imgW="2463480" imgH="520560" progId="Equation.3">
                  <p:embed/>
                  <p:pic>
                    <p:nvPicPr>
                      <p:cNvPr id="25498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524000"/>
                        <a:ext cx="24638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4914982"/>
              </p:ext>
            </p:extLst>
          </p:nvPr>
        </p:nvGraphicFramePr>
        <p:xfrm>
          <a:off x="4572000" y="1460500"/>
          <a:ext cx="10668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71" name="Equation" r:id="rId5" imgW="1066680" imgH="583920" progId="Equation.3">
                  <p:embed/>
                </p:oleObj>
              </mc:Choice>
              <mc:Fallback>
                <p:oleObj name="Equation" r:id="rId5" imgW="1066680" imgH="583920" progId="Equation.3">
                  <p:embed/>
                  <p:pic>
                    <p:nvPicPr>
                      <p:cNvPr id="25601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460500"/>
                        <a:ext cx="10668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2398731"/>
              </p:ext>
            </p:extLst>
          </p:nvPr>
        </p:nvGraphicFramePr>
        <p:xfrm>
          <a:off x="5842000" y="1543050"/>
          <a:ext cx="3022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72" name="Equation" r:id="rId7" imgW="3022560" imgH="419040" progId="Equation.3">
                  <p:embed/>
                </p:oleObj>
              </mc:Choice>
              <mc:Fallback>
                <p:oleObj name="Equation" r:id="rId7" imgW="3022560" imgH="419040" progId="Equation.3">
                  <p:embed/>
                  <p:pic>
                    <p:nvPicPr>
                      <p:cNvPr id="25601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0" y="1543050"/>
                        <a:ext cx="3022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6388100" y="2133600"/>
          <a:ext cx="3136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73" name="Equation" r:id="rId9" imgW="3136680" imgH="419040" progId="Equation.3">
                  <p:embed/>
                </p:oleObj>
              </mc:Choice>
              <mc:Fallback>
                <p:oleObj name="Equation" r:id="rId9" imgW="3136680" imgH="419040" progId="Equation.3">
                  <p:embed/>
                  <p:pic>
                    <p:nvPicPr>
                      <p:cNvPr id="2560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8100" y="2133600"/>
                        <a:ext cx="3136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73501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Power In Ac Circuits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03350"/>
            <a:ext cx="11277600" cy="4692650"/>
          </a:xfrm>
        </p:spPr>
        <p:txBody>
          <a:bodyPr/>
          <a:lstStyle/>
          <a:p>
            <a:pPr marL="346075" indent="-346075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400" dirty="0">
                <a:solidFill>
                  <a:srgbClr val="0000FF"/>
                </a:solidFill>
              </a:rPr>
              <a:t>Example </a:t>
            </a:r>
            <a:r>
              <a:rPr lang="en-US" sz="2400" dirty="0" smtClean="0">
                <a:solidFill>
                  <a:srgbClr val="0000FF"/>
                </a:solidFill>
              </a:rPr>
              <a:t>2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400" dirty="0" smtClean="0">
                <a:solidFill>
                  <a:srgbClr val="0000FF"/>
                </a:solidFill>
              </a:rPr>
              <a:t>An </a:t>
            </a:r>
            <a:r>
              <a:rPr lang="en-US" sz="2400" dirty="0" err="1">
                <a:solidFill>
                  <a:srgbClr val="0000FF"/>
                </a:solidFill>
              </a:rPr>
              <a:t>emf</a:t>
            </a:r>
            <a:r>
              <a:rPr lang="en-US" sz="2400" dirty="0">
                <a:solidFill>
                  <a:srgbClr val="0000FF"/>
                </a:solidFill>
              </a:rPr>
              <a:t> whose instantaneous value is given by 283sin(314t + π/4)V is applied to an inductive circuit and the current in the circuit is 5.66sin(314t – π/6)A. Determine (a) the frequency of </a:t>
            </a:r>
            <a:r>
              <a:rPr lang="en-US" sz="2400" dirty="0" smtClean="0">
                <a:solidFill>
                  <a:srgbClr val="0000FF"/>
                </a:solidFill>
              </a:rPr>
              <a:t>  the </a:t>
            </a:r>
            <a:r>
              <a:rPr lang="en-US" sz="2400" dirty="0" err="1">
                <a:solidFill>
                  <a:srgbClr val="0000FF"/>
                </a:solidFill>
              </a:rPr>
              <a:t>emf</a:t>
            </a:r>
            <a:r>
              <a:rPr lang="en-US" sz="2400" dirty="0">
                <a:solidFill>
                  <a:srgbClr val="0000FF"/>
                </a:solidFill>
              </a:rPr>
              <a:t> (b) the R and L (c) the power absorbed</a:t>
            </a:r>
            <a:r>
              <a:rPr lang="en-US" sz="2400" dirty="0" smtClean="0">
                <a:solidFill>
                  <a:srgbClr val="0000FF"/>
                </a:solidFill>
              </a:rPr>
              <a:t>.</a:t>
            </a:r>
            <a:endParaRPr lang="en-US" sz="2400" dirty="0">
              <a:solidFill>
                <a:srgbClr val="0000FF"/>
              </a:solidFill>
            </a:endParaRPr>
          </a:p>
          <a:p>
            <a:pPr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Solution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800" dirty="0">
                <a:solidFill>
                  <a:srgbClr val="0000FF"/>
                </a:solidFill>
              </a:rPr>
              <a:t>	(a</a:t>
            </a:r>
            <a:r>
              <a:rPr lang="en-US" sz="2800" dirty="0" smtClean="0">
                <a:solidFill>
                  <a:srgbClr val="0000FF"/>
                </a:solidFill>
              </a:rPr>
              <a:t>)</a:t>
            </a:r>
            <a:endParaRPr lang="en-US" sz="2800" dirty="0">
              <a:solidFill>
                <a:srgbClr val="0000FF"/>
              </a:solidFill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800" dirty="0">
                <a:solidFill>
                  <a:srgbClr val="0000FF"/>
                </a:solidFill>
              </a:rPr>
              <a:t>	(b)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64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7123757"/>
              </p:ext>
            </p:extLst>
          </p:nvPr>
        </p:nvGraphicFramePr>
        <p:xfrm>
          <a:off x="2654300" y="4038600"/>
          <a:ext cx="2146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28" name="Equation" r:id="rId3" imgW="2145960" imgH="520560" progId="Equation.3">
                  <p:embed/>
                </p:oleObj>
              </mc:Choice>
              <mc:Fallback>
                <p:oleObj name="Equation" r:id="rId3" imgW="2145960" imgH="520560" progId="Equation.3">
                  <p:embed/>
                  <p:pic>
                    <p:nvPicPr>
                      <p:cNvPr id="2560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300" y="4038600"/>
                        <a:ext cx="21463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5146099"/>
              </p:ext>
            </p:extLst>
          </p:nvPr>
        </p:nvGraphicFramePr>
        <p:xfrm>
          <a:off x="5016500" y="3632200"/>
          <a:ext cx="23622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29" name="Equation" r:id="rId5" imgW="2361960" imgH="1168200" progId="Equation.3">
                  <p:embed/>
                </p:oleObj>
              </mc:Choice>
              <mc:Fallback>
                <p:oleObj name="Equation" r:id="rId5" imgW="2361960" imgH="1168200" progId="Equation.3">
                  <p:embed/>
                  <p:pic>
                    <p:nvPicPr>
                      <p:cNvPr id="25703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0" y="3632200"/>
                        <a:ext cx="236220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3868960"/>
              </p:ext>
            </p:extLst>
          </p:nvPr>
        </p:nvGraphicFramePr>
        <p:xfrm>
          <a:off x="7594600" y="3966754"/>
          <a:ext cx="161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30" name="Equation" r:id="rId7" imgW="1612800" imgH="457200" progId="Equation.3">
                  <p:embed/>
                </p:oleObj>
              </mc:Choice>
              <mc:Fallback>
                <p:oleObj name="Equation" r:id="rId7" imgW="1612800" imgH="457200" progId="Equation.3">
                  <p:embed/>
                  <p:pic>
                    <p:nvPicPr>
                      <p:cNvPr id="25703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4600" y="3966754"/>
                        <a:ext cx="16129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9618086"/>
              </p:ext>
            </p:extLst>
          </p:nvPr>
        </p:nvGraphicFramePr>
        <p:xfrm>
          <a:off x="2734854" y="4638675"/>
          <a:ext cx="13208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31" name="Equation" r:id="rId9" imgW="1320480" imgH="1155600" progId="Equation.3">
                  <p:embed/>
                </p:oleObj>
              </mc:Choice>
              <mc:Fallback>
                <p:oleObj name="Equation" r:id="rId9" imgW="1320480" imgH="1155600" progId="Equation.3">
                  <p:embed/>
                  <p:pic>
                    <p:nvPicPr>
                      <p:cNvPr id="25703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4854" y="4638675"/>
                        <a:ext cx="1320800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2215095"/>
              </p:ext>
            </p:extLst>
          </p:nvPr>
        </p:nvGraphicFramePr>
        <p:xfrm>
          <a:off x="4420689" y="4743450"/>
          <a:ext cx="26289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32" name="Equation" r:id="rId11" imgW="2628720" imgH="1168200" progId="Equation.3">
                  <p:embed/>
                </p:oleObj>
              </mc:Choice>
              <mc:Fallback>
                <p:oleObj name="Equation" r:id="rId11" imgW="2628720" imgH="1168200" progId="Equation.3">
                  <p:embed/>
                  <p:pic>
                    <p:nvPicPr>
                      <p:cNvPr id="257034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0689" y="4743450"/>
                        <a:ext cx="262890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2522589"/>
              </p:ext>
            </p:extLst>
          </p:nvPr>
        </p:nvGraphicFramePr>
        <p:xfrm>
          <a:off x="7265489" y="5030288"/>
          <a:ext cx="1435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33" name="Equation" r:id="rId13" imgW="1434960" imgH="419040" progId="Equation.3">
                  <p:embed/>
                </p:oleObj>
              </mc:Choice>
              <mc:Fallback>
                <p:oleObj name="Equation" r:id="rId13" imgW="1434960" imgH="419040" progId="Equation.3">
                  <p:embed/>
                  <p:pic>
                    <p:nvPicPr>
                      <p:cNvPr id="25703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5489" y="5030288"/>
                        <a:ext cx="1435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96953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Power In Ac Circuits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rgbClr val="0000FF"/>
                </a:solidFill>
              </a:rPr>
              <a:t>(b)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65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2600440"/>
              </p:ext>
            </p:extLst>
          </p:nvPr>
        </p:nvGraphicFramePr>
        <p:xfrm>
          <a:off x="1905000" y="1295400"/>
          <a:ext cx="23495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58" name="Equation" r:id="rId3" imgW="2349360" imgH="1168200" progId="Equation.3">
                  <p:embed/>
                </p:oleObj>
              </mc:Choice>
              <mc:Fallback>
                <p:oleObj name="Equation" r:id="rId3" imgW="2349360" imgH="1168200" progId="Equation.3">
                  <p:embed/>
                  <p:pic>
                    <p:nvPicPr>
                      <p:cNvPr id="25805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295400"/>
                        <a:ext cx="234950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3279470"/>
              </p:ext>
            </p:extLst>
          </p:nvPr>
        </p:nvGraphicFramePr>
        <p:xfrm>
          <a:off x="4648200" y="1308100"/>
          <a:ext cx="25400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59" name="Equation" r:id="rId5" imgW="2539800" imgH="1155600" progId="Equation.3">
                  <p:embed/>
                </p:oleObj>
              </mc:Choice>
              <mc:Fallback>
                <p:oleObj name="Equation" r:id="rId5" imgW="2539800" imgH="1155600" progId="Equation.3">
                  <p:embed/>
                  <p:pic>
                    <p:nvPicPr>
                      <p:cNvPr id="25805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1308100"/>
                        <a:ext cx="2540000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2846982"/>
              </p:ext>
            </p:extLst>
          </p:nvPr>
        </p:nvGraphicFramePr>
        <p:xfrm>
          <a:off x="7812314" y="1158875"/>
          <a:ext cx="2819400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60" name="Visio" r:id="rId7" imgW="1023616" imgH="920474" progId="Visio.Drawing.11">
                  <p:embed/>
                </p:oleObj>
              </mc:Choice>
              <mc:Fallback>
                <p:oleObj name="Visio" r:id="rId7" imgW="1023616" imgH="920474" progId="Visio.Drawing.11">
                  <p:embed/>
                  <p:pic>
                    <p:nvPicPr>
                      <p:cNvPr id="25806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314" y="1158875"/>
                        <a:ext cx="2819400" cy="259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5865673"/>
              </p:ext>
            </p:extLst>
          </p:nvPr>
        </p:nvGraphicFramePr>
        <p:xfrm>
          <a:off x="1928949" y="2851150"/>
          <a:ext cx="2362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61" name="Equation" r:id="rId9" imgW="2361960" imgH="520560" progId="Equation.3">
                  <p:embed/>
                </p:oleObj>
              </mc:Choice>
              <mc:Fallback>
                <p:oleObj name="Equation" r:id="rId9" imgW="2361960" imgH="520560" progId="Equation.3">
                  <p:embed/>
                  <p:pic>
                    <p:nvPicPr>
                      <p:cNvPr id="25806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8949" y="2851150"/>
                        <a:ext cx="23622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9459438"/>
              </p:ext>
            </p:extLst>
          </p:nvPr>
        </p:nvGraphicFramePr>
        <p:xfrm>
          <a:off x="4611189" y="2851150"/>
          <a:ext cx="23749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62" name="Equation" r:id="rId11" imgW="2374560" imgH="495000" progId="Equation.3">
                  <p:embed/>
                </p:oleObj>
              </mc:Choice>
              <mc:Fallback>
                <p:oleObj name="Equation" r:id="rId11" imgW="2374560" imgH="495000" progId="Equation.3">
                  <p:embed/>
                  <p:pic>
                    <p:nvPicPr>
                      <p:cNvPr id="25806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1189" y="2851150"/>
                        <a:ext cx="23749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8472664"/>
              </p:ext>
            </p:extLst>
          </p:nvPr>
        </p:nvGraphicFramePr>
        <p:xfrm>
          <a:off x="4700089" y="3629025"/>
          <a:ext cx="2286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63" name="Equation" r:id="rId13" imgW="2286000" imgH="419040" progId="Equation.3">
                  <p:embed/>
                </p:oleObj>
              </mc:Choice>
              <mc:Fallback>
                <p:oleObj name="Equation" r:id="rId13" imgW="2286000" imgH="419040" progId="Equation.3">
                  <p:embed/>
                  <p:pic>
                    <p:nvPicPr>
                      <p:cNvPr id="25806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0089" y="3629025"/>
                        <a:ext cx="2286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2257093"/>
              </p:ext>
            </p:extLst>
          </p:nvPr>
        </p:nvGraphicFramePr>
        <p:xfrm>
          <a:off x="2020389" y="4137025"/>
          <a:ext cx="25908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64" name="Equation" r:id="rId15" imgW="2590560" imgH="583920" progId="Equation.3">
                  <p:embed/>
                </p:oleObj>
              </mc:Choice>
              <mc:Fallback>
                <p:oleObj name="Equation" r:id="rId15" imgW="2590560" imgH="583920" progId="Equation.3">
                  <p:embed/>
                  <p:pic>
                    <p:nvPicPr>
                      <p:cNvPr id="258064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0389" y="4137025"/>
                        <a:ext cx="25908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9433713"/>
              </p:ext>
            </p:extLst>
          </p:nvPr>
        </p:nvGraphicFramePr>
        <p:xfrm>
          <a:off x="4927600" y="4181475"/>
          <a:ext cx="23368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65" name="Equation" r:id="rId17" imgW="2336760" imgH="495000" progId="Equation.3">
                  <p:embed/>
                </p:oleObj>
              </mc:Choice>
              <mc:Fallback>
                <p:oleObj name="Equation" r:id="rId17" imgW="2336760" imgH="495000" progId="Equation.3">
                  <p:embed/>
                  <p:pic>
                    <p:nvPicPr>
                      <p:cNvPr id="25806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7600" y="4181475"/>
                        <a:ext cx="23368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9048316"/>
              </p:ext>
            </p:extLst>
          </p:nvPr>
        </p:nvGraphicFramePr>
        <p:xfrm>
          <a:off x="7518401" y="4181475"/>
          <a:ext cx="2336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66" name="Equation" r:id="rId19" imgW="2336760" imgH="419040" progId="Equation.3">
                  <p:embed/>
                </p:oleObj>
              </mc:Choice>
              <mc:Fallback>
                <p:oleObj name="Equation" r:id="rId19" imgW="2336760" imgH="419040" progId="Equation.3">
                  <p:embed/>
                  <p:pic>
                    <p:nvPicPr>
                      <p:cNvPr id="258066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8401" y="4181475"/>
                        <a:ext cx="2336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973472"/>
              </p:ext>
            </p:extLst>
          </p:nvPr>
        </p:nvGraphicFramePr>
        <p:xfrm>
          <a:off x="2122352" y="4782457"/>
          <a:ext cx="21971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67" name="Equation" r:id="rId21" imgW="2197080" imgH="583920" progId="Equation.3">
                  <p:embed/>
                </p:oleObj>
              </mc:Choice>
              <mc:Fallback>
                <p:oleObj name="Equation" r:id="rId21" imgW="2197080" imgH="583920" progId="Equation.3">
                  <p:embed/>
                  <p:pic>
                    <p:nvPicPr>
                      <p:cNvPr id="25806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352" y="4782457"/>
                        <a:ext cx="21971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0606540"/>
              </p:ext>
            </p:extLst>
          </p:nvPr>
        </p:nvGraphicFramePr>
        <p:xfrm>
          <a:off x="4573453" y="4592819"/>
          <a:ext cx="2336800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68" name="Equation" r:id="rId23" imgW="2336760" imgH="1269720" progId="Equation.3">
                  <p:embed/>
                </p:oleObj>
              </mc:Choice>
              <mc:Fallback>
                <p:oleObj name="Equation" r:id="rId23" imgW="2336760" imgH="1269720" progId="Equation.3">
                  <p:embed/>
                  <p:pic>
                    <p:nvPicPr>
                      <p:cNvPr id="25806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3453" y="4592819"/>
                        <a:ext cx="2336800" cy="127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2713149"/>
              </p:ext>
            </p:extLst>
          </p:nvPr>
        </p:nvGraphicFramePr>
        <p:xfrm>
          <a:off x="7074626" y="4672534"/>
          <a:ext cx="20193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69" name="Equation" r:id="rId25" imgW="2019240" imgH="1168200" progId="Equation.3">
                  <p:embed/>
                </p:oleObj>
              </mc:Choice>
              <mc:Fallback>
                <p:oleObj name="Equation" r:id="rId25" imgW="2019240" imgH="1168200" progId="Equation.3">
                  <p:embed/>
                  <p:pic>
                    <p:nvPicPr>
                      <p:cNvPr id="25806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4626" y="4672534"/>
                        <a:ext cx="201930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2756398"/>
              </p:ext>
            </p:extLst>
          </p:nvPr>
        </p:nvGraphicFramePr>
        <p:xfrm>
          <a:off x="9179560" y="5074557"/>
          <a:ext cx="2082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70" name="Equation" r:id="rId27" imgW="2082600" imgH="419040" progId="Equation.3">
                  <p:embed/>
                </p:oleObj>
              </mc:Choice>
              <mc:Fallback>
                <p:oleObj name="Equation" r:id="rId27" imgW="2082600" imgH="419040" progId="Equation.3">
                  <p:embed/>
                  <p:pic>
                    <p:nvPicPr>
                      <p:cNvPr id="25807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79560" y="5074557"/>
                        <a:ext cx="2082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35355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Power In Ac Circuits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rgbClr val="0000FF"/>
                </a:solidFill>
              </a:rPr>
              <a:t>(c)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66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4139081"/>
              </p:ext>
            </p:extLst>
          </p:nvPr>
        </p:nvGraphicFramePr>
        <p:xfrm>
          <a:off x="2514600" y="1733550"/>
          <a:ext cx="2501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922" name="Equation" r:id="rId3" imgW="2501640" imgH="520560" progId="Equation.3">
                  <p:embed/>
                </p:oleObj>
              </mc:Choice>
              <mc:Fallback>
                <p:oleObj name="Equation" r:id="rId3" imgW="2501640" imgH="520560" progId="Equation.3">
                  <p:embed/>
                  <p:pic>
                    <p:nvPicPr>
                      <p:cNvPr id="25805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733550"/>
                        <a:ext cx="25019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16887"/>
              </p:ext>
            </p:extLst>
          </p:nvPr>
        </p:nvGraphicFramePr>
        <p:xfrm>
          <a:off x="5365751" y="1409700"/>
          <a:ext cx="40132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923" name="Equation" r:id="rId5" imgW="4012920" imgH="1168200" progId="Equation.3">
                  <p:embed/>
                </p:oleObj>
              </mc:Choice>
              <mc:Fallback>
                <p:oleObj name="Equation" r:id="rId5" imgW="4012920" imgH="1168200" progId="Equation.3">
                  <p:embed/>
                  <p:pic>
                    <p:nvPicPr>
                      <p:cNvPr id="25908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5751" y="1409700"/>
                        <a:ext cx="401320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0240719"/>
              </p:ext>
            </p:extLst>
          </p:nvPr>
        </p:nvGraphicFramePr>
        <p:xfrm>
          <a:off x="3124200" y="2654300"/>
          <a:ext cx="2628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924" name="Equation" r:id="rId7" imgW="2628720" imgH="419040" progId="Equation.3">
                  <p:embed/>
                </p:oleObj>
              </mc:Choice>
              <mc:Fallback>
                <p:oleObj name="Equation" r:id="rId7" imgW="2628720" imgH="419040" progId="Equation.3">
                  <p:embed/>
                  <p:pic>
                    <p:nvPicPr>
                      <p:cNvPr id="25908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654300"/>
                        <a:ext cx="2628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92341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00FF"/>
                </a:solidFill>
              </a:rPr>
              <a:t>Using Complex Numbers </a:t>
            </a:r>
            <a:br>
              <a:rPr lang="en-US" b="1" dirty="0" smtClean="0">
                <a:solidFill>
                  <a:srgbClr val="0000FF"/>
                </a:solidFill>
              </a:rPr>
            </a:br>
            <a:r>
              <a:rPr lang="en-US" b="1" dirty="0" smtClean="0">
                <a:solidFill>
                  <a:srgbClr val="0000FF"/>
                </a:solidFill>
              </a:rPr>
              <a:t>To Solve Ac Circuit 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25575"/>
            <a:ext cx="11506200" cy="4692650"/>
          </a:xfrm>
        </p:spPr>
        <p:txBody>
          <a:bodyPr/>
          <a:lstStyle/>
          <a:p>
            <a:pPr marL="346075" indent="-346075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The ability to make a vector quantity appear as a scalar quantity using complex numbers is utilized in the analysis of ac circuits.</a:t>
            </a:r>
          </a:p>
          <a:p>
            <a:pPr marL="346075" indent="-346075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All the mathematical manipulations in complex algebra hold when </a:t>
            </a:r>
            <a:r>
              <a:rPr lang="en-US" sz="2800" dirty="0" smtClean="0">
                <a:solidFill>
                  <a:srgbClr val="0000FF"/>
                </a:solidFill>
              </a:rPr>
              <a:t>employing   </a:t>
            </a:r>
            <a:r>
              <a:rPr lang="en-US" sz="2800" dirty="0">
                <a:solidFill>
                  <a:srgbClr val="0000FF"/>
                </a:solidFill>
              </a:rPr>
              <a:t>complex numbers in analyzing ac circuits.</a:t>
            </a:r>
          </a:p>
          <a:p>
            <a:pPr marL="346075" indent="-346075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The operator ‘</a:t>
            </a:r>
            <a:r>
              <a:rPr lang="en-US" sz="2800" dirty="0" err="1">
                <a:solidFill>
                  <a:srgbClr val="0000FF"/>
                </a:solidFill>
              </a:rPr>
              <a:t>i</a:t>
            </a:r>
            <a:r>
              <a:rPr lang="en-US" sz="2800" dirty="0">
                <a:solidFill>
                  <a:srgbClr val="0000FF"/>
                </a:solidFill>
              </a:rPr>
              <a:t>’ is replaced with ‘j’ in other to avoid confusing it with current.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67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8452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Using Complex Numbers </a:t>
            </a:r>
            <a:br>
              <a:rPr lang="en-US" b="1" dirty="0">
                <a:solidFill>
                  <a:srgbClr val="0000FF"/>
                </a:solidFill>
              </a:rPr>
            </a:br>
            <a:r>
              <a:rPr lang="en-US" b="1" dirty="0">
                <a:solidFill>
                  <a:srgbClr val="0000FF"/>
                </a:solidFill>
              </a:rPr>
              <a:t>To Solve Ac Circuit 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6075" indent="-346075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dirty="0">
                <a:solidFill>
                  <a:srgbClr val="0000FF"/>
                </a:solidFill>
              </a:rPr>
              <a:t>The three passive elements are represented as follows:</a:t>
            </a:r>
          </a:p>
          <a:p>
            <a:pPr marL="804863" indent="-457200" algn="just">
              <a:lnSpc>
                <a:spcPct val="120000"/>
              </a:lnSpc>
              <a:buFont typeface="+mj-lt"/>
              <a:buAutoNum type="arabicPeriod"/>
            </a:pPr>
            <a:r>
              <a:rPr lang="en-US" dirty="0">
                <a:solidFill>
                  <a:srgbClr val="0000FF"/>
                </a:solidFill>
              </a:rPr>
              <a:t>    as a complex number is</a:t>
            </a:r>
          </a:p>
          <a:p>
            <a:pPr marL="804863" indent="-457200" algn="just">
              <a:lnSpc>
                <a:spcPct val="120000"/>
              </a:lnSpc>
              <a:buFont typeface="+mj-lt"/>
              <a:buAutoNum type="arabicPeriod"/>
            </a:pPr>
            <a:r>
              <a:rPr lang="en-US" dirty="0">
                <a:solidFill>
                  <a:srgbClr val="0000FF"/>
                </a:solidFill>
              </a:rPr>
              <a:t>        as a complex number is</a:t>
            </a:r>
          </a:p>
          <a:p>
            <a:pPr marL="804863" indent="-457200" algn="just">
              <a:lnSpc>
                <a:spcPct val="120000"/>
              </a:lnSpc>
              <a:buFont typeface="+mj-lt"/>
              <a:buAutoNum type="arabicPeriod"/>
            </a:pPr>
            <a:r>
              <a:rPr lang="en-US" dirty="0">
                <a:solidFill>
                  <a:srgbClr val="0000FF"/>
                </a:solidFill>
              </a:rPr>
              <a:t>        as a complex number is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68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9158540"/>
              </p:ext>
            </p:extLst>
          </p:nvPr>
        </p:nvGraphicFramePr>
        <p:xfrm>
          <a:off x="1676400" y="2209800"/>
          <a:ext cx="393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028" name="Equation" r:id="rId3" imgW="393480" imgH="393480" progId="Equation.3">
                  <p:embed/>
                </p:oleObj>
              </mc:Choice>
              <mc:Fallback>
                <p:oleObj name="Equation" r:id="rId3" imgW="393480" imgH="393480" progId="Equation.3">
                  <p:embed/>
                  <p:pic>
                    <p:nvPicPr>
                      <p:cNvPr id="25908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209800"/>
                        <a:ext cx="393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0142038"/>
              </p:ext>
            </p:extLst>
          </p:nvPr>
        </p:nvGraphicFramePr>
        <p:xfrm>
          <a:off x="6096000" y="2209800"/>
          <a:ext cx="393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029" name="Equation" r:id="rId5" imgW="393480" imgH="393480" progId="Equation.3">
                  <p:embed/>
                </p:oleObj>
              </mc:Choice>
              <mc:Fallback>
                <p:oleObj name="Equation" r:id="rId5" imgW="393480" imgH="393480" progId="Equation.3">
                  <p:embed/>
                  <p:pic>
                    <p:nvPicPr>
                      <p:cNvPr id="261124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209800"/>
                        <a:ext cx="393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2182529"/>
              </p:ext>
            </p:extLst>
          </p:nvPr>
        </p:nvGraphicFramePr>
        <p:xfrm>
          <a:off x="1873250" y="2790916"/>
          <a:ext cx="6350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030" name="Equation" r:id="rId6" imgW="634680" imgH="583920" progId="Equation.3">
                  <p:embed/>
                </p:oleObj>
              </mc:Choice>
              <mc:Fallback>
                <p:oleObj name="Equation" r:id="rId6" imgW="634680" imgH="583920" progId="Equation.3">
                  <p:embed/>
                  <p:pic>
                    <p:nvPicPr>
                      <p:cNvPr id="26112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3250" y="2790916"/>
                        <a:ext cx="6350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1704104"/>
              </p:ext>
            </p:extLst>
          </p:nvPr>
        </p:nvGraphicFramePr>
        <p:xfrm>
          <a:off x="6467112" y="2790916"/>
          <a:ext cx="8255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031" name="Equation" r:id="rId8" imgW="825480" imgH="583920" progId="Equation.3">
                  <p:embed/>
                </p:oleObj>
              </mc:Choice>
              <mc:Fallback>
                <p:oleObj name="Equation" r:id="rId8" imgW="825480" imgH="583920" progId="Equation.3">
                  <p:embed/>
                  <p:pic>
                    <p:nvPicPr>
                      <p:cNvPr id="261126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7112" y="2790916"/>
                        <a:ext cx="8255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8419441"/>
              </p:ext>
            </p:extLst>
          </p:nvPr>
        </p:nvGraphicFramePr>
        <p:xfrm>
          <a:off x="1746250" y="3431177"/>
          <a:ext cx="6477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032" name="Equation" r:id="rId10" imgW="647640" imgH="596880" progId="Equation.3">
                  <p:embed/>
                </p:oleObj>
              </mc:Choice>
              <mc:Fallback>
                <p:oleObj name="Equation" r:id="rId10" imgW="647640" imgH="596880" progId="Equation.3">
                  <p:embed/>
                  <p:pic>
                    <p:nvPicPr>
                      <p:cNvPr id="26112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6250" y="3431177"/>
                        <a:ext cx="6477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0297791"/>
              </p:ext>
            </p:extLst>
          </p:nvPr>
        </p:nvGraphicFramePr>
        <p:xfrm>
          <a:off x="6676662" y="3562532"/>
          <a:ext cx="1231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033" name="Equation" r:id="rId12" imgW="1231560" imgH="596880" progId="Equation.3">
                  <p:embed/>
                </p:oleObj>
              </mc:Choice>
              <mc:Fallback>
                <p:oleObj name="Equation" r:id="rId12" imgW="1231560" imgH="596880" progId="Equation.3">
                  <p:embed/>
                  <p:pic>
                    <p:nvPicPr>
                      <p:cNvPr id="26112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6662" y="3562532"/>
                        <a:ext cx="12319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1406345"/>
              </p:ext>
            </p:extLst>
          </p:nvPr>
        </p:nvGraphicFramePr>
        <p:xfrm>
          <a:off x="1746250" y="4464232"/>
          <a:ext cx="4165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034" name="Equation" r:id="rId14" imgW="4165560" imgH="596880" progId="Equation.3">
                  <p:embed/>
                </p:oleObj>
              </mc:Choice>
              <mc:Fallback>
                <p:oleObj name="Equation" r:id="rId14" imgW="4165560" imgH="596880" progId="Equation.3">
                  <p:embed/>
                  <p:pic>
                    <p:nvPicPr>
                      <p:cNvPr id="26112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6250" y="4464232"/>
                        <a:ext cx="41656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8000265"/>
              </p:ext>
            </p:extLst>
          </p:nvPr>
        </p:nvGraphicFramePr>
        <p:xfrm>
          <a:off x="5707063" y="3882754"/>
          <a:ext cx="4300537" cy="22709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035" name="Visio" r:id="rId16" imgW="1321631" imgH="1289743" progId="Visio.Drawing.11">
                  <p:embed/>
                </p:oleObj>
              </mc:Choice>
              <mc:Fallback>
                <p:oleObj name="Visio" r:id="rId16" imgW="1321631" imgH="1289743" progId="Visio.Drawing.11">
                  <p:embed/>
                  <p:pic>
                    <p:nvPicPr>
                      <p:cNvPr id="26010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7063" y="3882754"/>
                        <a:ext cx="4300537" cy="22709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29619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Using Complex Numbers </a:t>
            </a:r>
            <a:br>
              <a:rPr lang="en-US" b="1" dirty="0">
                <a:solidFill>
                  <a:srgbClr val="0000FF"/>
                </a:solidFill>
              </a:rPr>
            </a:br>
            <a:r>
              <a:rPr lang="en-US" b="1" dirty="0">
                <a:solidFill>
                  <a:srgbClr val="0000FF"/>
                </a:solidFill>
              </a:rPr>
              <a:t>To Solve Ac Circuit 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6075" lvl="0" indent="-346075" algn="just" fontAlgn="auto" latinLnBrk="0">
              <a:lnSpc>
                <a:spcPct val="120000"/>
              </a:lnSpc>
              <a:spcAft>
                <a:spcPts val="0"/>
              </a:spcAft>
              <a:buFont typeface="Wingdings" pitchFamily="2" charset="2"/>
              <a:buChar char="v"/>
            </a:pPr>
            <a:r>
              <a:rPr kumimoji="0" lang="en-US" sz="2800" kern="1200" dirty="0">
                <a:solidFill>
                  <a:srgbClr val="0000FF"/>
                </a:solidFill>
                <a:latin typeface="+mn-lt"/>
              </a:rPr>
              <a:t>Example 1</a:t>
            </a:r>
          </a:p>
          <a:p>
            <a:pPr marL="0" lvl="0" indent="0" algn="just" fontAlgn="auto" latinLnBrk="0">
              <a:spcAft>
                <a:spcPts val="0"/>
              </a:spcAft>
              <a:buNone/>
            </a:pPr>
            <a:r>
              <a:rPr kumimoji="0" lang="en-US" sz="2800" kern="1200" dirty="0">
                <a:solidFill>
                  <a:srgbClr val="0000FF"/>
                </a:solidFill>
                <a:latin typeface="+mn-lt"/>
              </a:rPr>
              <a:t>Express in rectangular and polar notations, the impedance of each of the following circuits at a frequency of 50 Hz: (a) a resistance of 20 Ω  (b) a resistance of 20 Ω in series with an inductance of 0.1 H    (c) a resistance of 50 Ω in series with a capacitance of 40 </a:t>
            </a:r>
            <a:r>
              <a:rPr kumimoji="0" lang="en-US" sz="2800" kern="1200" dirty="0" err="1">
                <a:solidFill>
                  <a:srgbClr val="0000FF"/>
                </a:solidFill>
                <a:latin typeface="+mn-lt"/>
              </a:rPr>
              <a:t>μF</a:t>
            </a:r>
            <a:r>
              <a:rPr kumimoji="0" lang="en-US" sz="2800" kern="1200" dirty="0">
                <a:solidFill>
                  <a:srgbClr val="0000FF"/>
                </a:solidFill>
                <a:latin typeface="+mn-lt"/>
              </a:rPr>
              <a:t>.</a:t>
            </a:r>
          </a:p>
          <a:p>
            <a:pPr marL="0" lvl="0" indent="0" algn="just" fontAlgn="auto" latinLnBrk="0">
              <a:spcAft>
                <a:spcPts val="0"/>
              </a:spcAft>
              <a:buNone/>
            </a:pPr>
            <a:endParaRPr kumimoji="0" lang="en-US" sz="1000" kern="1200" dirty="0">
              <a:solidFill>
                <a:srgbClr val="0000FF"/>
              </a:solidFill>
              <a:latin typeface="+mn-lt"/>
            </a:endParaRPr>
          </a:p>
          <a:p>
            <a:pPr marL="0" lvl="0" indent="0" algn="just" fontAlgn="auto" latinLnBrk="0">
              <a:spcAft>
                <a:spcPts val="0"/>
              </a:spcAft>
              <a:buFont typeface="Wingdings" pitchFamily="2" charset="2"/>
              <a:buChar char="v"/>
            </a:pPr>
            <a:r>
              <a:rPr kumimoji="0" lang="en-US" sz="2800" kern="1200" dirty="0">
                <a:solidFill>
                  <a:srgbClr val="0000FF"/>
                </a:solidFill>
                <a:latin typeface="+mn-lt"/>
              </a:rPr>
              <a:t>Solution</a:t>
            </a:r>
          </a:p>
          <a:p>
            <a:pPr marL="0" lvl="0" indent="0" algn="just" fontAlgn="auto" latinLnBrk="0">
              <a:spcAft>
                <a:spcPts val="0"/>
              </a:spcAft>
              <a:buNone/>
            </a:pPr>
            <a:r>
              <a:rPr kumimoji="0" lang="en-US" sz="2800" kern="1200" dirty="0">
                <a:solidFill>
                  <a:srgbClr val="0000FF"/>
                </a:solidFill>
                <a:latin typeface="+mn-lt"/>
              </a:rPr>
              <a:t>(a)</a:t>
            </a:r>
          </a:p>
          <a:p>
            <a:pPr marL="0" lvl="0" indent="0" algn="just" fontAlgn="auto" latinLnBrk="0">
              <a:spcAft>
                <a:spcPts val="0"/>
              </a:spcAft>
              <a:buNone/>
            </a:pPr>
            <a:r>
              <a:rPr kumimoji="0" lang="en-US" sz="2800" kern="1200" dirty="0">
                <a:solidFill>
                  <a:srgbClr val="0000FF"/>
                </a:solidFill>
                <a:latin typeface="+mn-lt"/>
              </a:rPr>
              <a:t>(b)</a:t>
            </a:r>
            <a:endParaRPr lang="en-US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69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0658890"/>
              </p:ext>
            </p:extLst>
          </p:nvPr>
        </p:nvGraphicFramePr>
        <p:xfrm>
          <a:off x="1752600" y="4572000"/>
          <a:ext cx="2463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027" name="Equation" r:id="rId3" imgW="2463480" imgH="520560" progId="Equation.3">
                  <p:embed/>
                </p:oleObj>
              </mc:Choice>
              <mc:Fallback>
                <p:oleObj name="Equation" r:id="rId3" imgW="2463480" imgH="520560" progId="Equation.3">
                  <p:embed/>
                  <p:pic>
                    <p:nvPicPr>
                      <p:cNvPr id="27649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572000"/>
                        <a:ext cx="24638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0346764"/>
              </p:ext>
            </p:extLst>
          </p:nvPr>
        </p:nvGraphicFramePr>
        <p:xfrm>
          <a:off x="4572000" y="4572000"/>
          <a:ext cx="18034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028" name="Equation" r:id="rId5" imgW="1803240" imgH="495000" progId="Equation.3">
                  <p:embed/>
                </p:oleObj>
              </mc:Choice>
              <mc:Fallback>
                <p:oleObj name="Equation" r:id="rId5" imgW="1803240" imgH="495000" progId="Equation.3">
                  <p:embed/>
                  <p:pic>
                    <p:nvPicPr>
                      <p:cNvPr id="27649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572000"/>
                        <a:ext cx="18034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0000589"/>
              </p:ext>
            </p:extLst>
          </p:nvPr>
        </p:nvGraphicFramePr>
        <p:xfrm>
          <a:off x="1752600" y="5092700"/>
          <a:ext cx="21971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029" name="Equation" r:id="rId7" imgW="2197080" imgH="583920" progId="Equation.3">
                  <p:embed/>
                </p:oleObj>
              </mc:Choice>
              <mc:Fallback>
                <p:oleObj name="Equation" r:id="rId7" imgW="2197080" imgH="583920" progId="Equation.3">
                  <p:embed/>
                  <p:pic>
                    <p:nvPicPr>
                      <p:cNvPr id="27649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092700"/>
                        <a:ext cx="21971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5801827"/>
              </p:ext>
            </p:extLst>
          </p:nvPr>
        </p:nvGraphicFramePr>
        <p:xfrm>
          <a:off x="3973649" y="5107940"/>
          <a:ext cx="3009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030" name="Equation" r:id="rId9" imgW="3009600" imgH="419040" progId="Equation.3">
                  <p:embed/>
                </p:oleObj>
              </mc:Choice>
              <mc:Fallback>
                <p:oleObj name="Equation" r:id="rId9" imgW="3009600" imgH="419040" progId="Equation.3">
                  <p:embed/>
                  <p:pic>
                    <p:nvPicPr>
                      <p:cNvPr id="27649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3649" y="5107940"/>
                        <a:ext cx="3009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3737484"/>
              </p:ext>
            </p:extLst>
          </p:nvPr>
        </p:nvGraphicFramePr>
        <p:xfrm>
          <a:off x="7315200" y="5112294"/>
          <a:ext cx="2349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031" name="Equation" r:id="rId11" imgW="2349360" imgH="419040" progId="Equation.3">
                  <p:embed/>
                </p:oleObj>
              </mc:Choice>
              <mc:Fallback>
                <p:oleObj name="Equation" r:id="rId11" imgW="2349360" imgH="419040" progId="Equation.3">
                  <p:embed/>
                  <p:pic>
                    <p:nvPicPr>
                      <p:cNvPr id="276494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5112294"/>
                        <a:ext cx="2349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7"/>
          <p:cNvGraphicFramePr>
            <a:graphicFrameLocks noChangeAspect="1"/>
          </p:cNvGraphicFramePr>
          <p:nvPr/>
        </p:nvGraphicFramePr>
        <p:xfrm>
          <a:off x="2184400" y="5715000"/>
          <a:ext cx="4064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032" name="Equation" r:id="rId13" imgW="4063680" imgH="520560" progId="Equation.3">
                  <p:embed/>
                </p:oleObj>
              </mc:Choice>
              <mc:Fallback>
                <p:oleObj name="Equation" r:id="rId13" imgW="4063680" imgH="520560" progId="Equation.3">
                  <p:embed/>
                  <p:pic>
                    <p:nvPicPr>
                      <p:cNvPr id="27649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4400" y="5715000"/>
                        <a:ext cx="4064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1204480"/>
              </p:ext>
            </p:extLst>
          </p:nvPr>
        </p:nvGraphicFramePr>
        <p:xfrm>
          <a:off x="6553200" y="5615940"/>
          <a:ext cx="35687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033" name="Equation" r:id="rId15" imgW="3568680" imgH="495000" progId="Equation.3">
                  <p:embed/>
                </p:oleObj>
              </mc:Choice>
              <mc:Fallback>
                <p:oleObj name="Equation" r:id="rId15" imgW="3568680" imgH="495000" progId="Equation.3">
                  <p:embed/>
                  <p:pic>
                    <p:nvPicPr>
                      <p:cNvPr id="276496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5615940"/>
                        <a:ext cx="35687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80493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Using Complex Numbers </a:t>
            </a:r>
            <a:br>
              <a:rPr lang="en-US" b="1" dirty="0">
                <a:solidFill>
                  <a:srgbClr val="0000FF"/>
                </a:solidFill>
              </a:rPr>
            </a:br>
            <a:r>
              <a:rPr lang="en-US" b="1" dirty="0">
                <a:solidFill>
                  <a:srgbClr val="0000FF"/>
                </a:solidFill>
              </a:rPr>
              <a:t>To Solve Ac Circuit 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2800" b="1" dirty="0">
                <a:solidFill>
                  <a:srgbClr val="0000FF"/>
                </a:solidFill>
              </a:rPr>
              <a:t>(c)</a:t>
            </a:r>
          </a:p>
          <a:p>
            <a:pPr marL="347663" indent="0" algn="just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000FF"/>
                </a:solidFill>
              </a:rPr>
              <a:t>   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70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4338020"/>
              </p:ext>
            </p:extLst>
          </p:nvPr>
        </p:nvGraphicFramePr>
        <p:xfrm>
          <a:off x="1676400" y="1370693"/>
          <a:ext cx="2324100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016" name="Equation" r:id="rId3" imgW="2323800" imgH="1269720" progId="Equation.3">
                  <p:embed/>
                </p:oleObj>
              </mc:Choice>
              <mc:Fallback>
                <p:oleObj name="Equation" r:id="rId3" imgW="2323800" imgH="1269720" progId="Equation.3">
                  <p:embed/>
                  <p:pic>
                    <p:nvPicPr>
                      <p:cNvPr id="27649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370693"/>
                        <a:ext cx="2324100" cy="127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7152651"/>
              </p:ext>
            </p:extLst>
          </p:nvPr>
        </p:nvGraphicFramePr>
        <p:xfrm>
          <a:off x="4114800" y="1328057"/>
          <a:ext cx="42545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017" name="Equation" r:id="rId5" imgW="4254480" imgH="1168200" progId="Equation.3">
                  <p:embed/>
                </p:oleObj>
              </mc:Choice>
              <mc:Fallback>
                <p:oleObj name="Equation" r:id="rId5" imgW="4254480" imgH="1168200" progId="Equation.3">
                  <p:embed/>
                  <p:pic>
                    <p:nvPicPr>
                      <p:cNvPr id="27751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1328057"/>
                        <a:ext cx="425450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3604725"/>
              </p:ext>
            </p:extLst>
          </p:nvPr>
        </p:nvGraphicFramePr>
        <p:xfrm>
          <a:off x="4419600" y="2857318"/>
          <a:ext cx="2311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018" name="Equation" r:id="rId7" imgW="2311200" imgH="419040" progId="Equation.3">
                  <p:embed/>
                </p:oleObj>
              </mc:Choice>
              <mc:Fallback>
                <p:oleObj name="Equation" r:id="rId7" imgW="2311200" imgH="419040" progId="Equation.3">
                  <p:embed/>
                  <p:pic>
                    <p:nvPicPr>
                      <p:cNvPr id="277514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2857318"/>
                        <a:ext cx="2311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9102645"/>
              </p:ext>
            </p:extLst>
          </p:nvPr>
        </p:nvGraphicFramePr>
        <p:xfrm>
          <a:off x="3575050" y="3565162"/>
          <a:ext cx="40005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019" name="Equation" r:id="rId9" imgW="4000320" imgH="520560" progId="Equation.3">
                  <p:embed/>
                </p:oleObj>
              </mc:Choice>
              <mc:Fallback>
                <p:oleObj name="Equation" r:id="rId9" imgW="4000320" imgH="520560" progId="Equation.3">
                  <p:embed/>
                  <p:pic>
                    <p:nvPicPr>
                      <p:cNvPr id="27751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0" y="3565162"/>
                        <a:ext cx="40005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3697223"/>
              </p:ext>
            </p:extLst>
          </p:nvPr>
        </p:nvGraphicFramePr>
        <p:xfrm>
          <a:off x="4648200" y="4397919"/>
          <a:ext cx="40005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020" name="Equation" r:id="rId11" imgW="4000320" imgH="495000" progId="Equation.3">
                  <p:embed/>
                </p:oleObj>
              </mc:Choice>
              <mc:Fallback>
                <p:oleObj name="Equation" r:id="rId11" imgW="4000320" imgH="495000" progId="Equation.3">
                  <p:embed/>
                  <p:pic>
                    <p:nvPicPr>
                      <p:cNvPr id="277516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397919"/>
                        <a:ext cx="40005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67106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Using Complex Numbers </a:t>
            </a:r>
            <a:br>
              <a:rPr lang="en-US" b="1" dirty="0">
                <a:solidFill>
                  <a:srgbClr val="0000FF"/>
                </a:solidFill>
              </a:rPr>
            </a:br>
            <a:r>
              <a:rPr lang="en-US" b="1" dirty="0">
                <a:solidFill>
                  <a:srgbClr val="0000FF"/>
                </a:solidFill>
              </a:rPr>
              <a:t>To Solve Ac Circuit 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Example 2</a:t>
            </a:r>
          </a:p>
          <a:p>
            <a:pPr marL="0" indent="0" algn="just">
              <a:buNone/>
            </a:pPr>
            <a:r>
              <a:rPr lang="en-US" sz="2800" dirty="0">
                <a:solidFill>
                  <a:srgbClr val="0000FF"/>
                </a:solidFill>
              </a:rPr>
              <a:t>A circuit is arranged as indicated in the figure below, the values being as </a:t>
            </a:r>
            <a:r>
              <a:rPr lang="en-US" sz="2800" dirty="0" smtClean="0">
                <a:solidFill>
                  <a:srgbClr val="0000FF"/>
                </a:solidFill>
              </a:rPr>
              <a:t>  shown</a:t>
            </a:r>
            <a:r>
              <a:rPr lang="en-US" sz="2800" dirty="0">
                <a:solidFill>
                  <a:srgbClr val="0000FF"/>
                </a:solidFill>
              </a:rPr>
              <a:t>. Calculate the value of the current in each branch and its phase </a:t>
            </a:r>
            <a:r>
              <a:rPr lang="en-US" sz="2800" dirty="0" smtClean="0">
                <a:solidFill>
                  <a:srgbClr val="0000FF"/>
                </a:solidFill>
              </a:rPr>
              <a:t>     relative </a:t>
            </a:r>
            <a:r>
              <a:rPr lang="en-US" sz="2800" dirty="0">
                <a:solidFill>
                  <a:srgbClr val="0000FF"/>
                </a:solidFill>
              </a:rPr>
              <a:t>to the supply voltage.</a:t>
            </a:r>
          </a:p>
          <a:p>
            <a:pPr algn="just"/>
            <a:endParaRPr lang="en-US" sz="2800" dirty="0">
              <a:solidFill>
                <a:srgbClr val="0000FF"/>
              </a:solidFill>
            </a:endParaRPr>
          </a:p>
          <a:p>
            <a:pPr algn="just"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Solution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71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9846744"/>
              </p:ext>
            </p:extLst>
          </p:nvPr>
        </p:nvGraphicFramePr>
        <p:xfrm>
          <a:off x="6259286" y="2438400"/>
          <a:ext cx="50292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054" name="Visio" r:id="rId3" imgW="3566999" imgH="1810175" progId="Visio.Drawing.11">
                  <p:embed/>
                </p:oleObj>
              </mc:Choice>
              <mc:Fallback>
                <p:oleObj name="Visio" r:id="rId3" imgW="3566999" imgH="1810175" progId="Visio.Drawing.11">
                  <p:embed/>
                  <p:pic>
                    <p:nvPicPr>
                      <p:cNvPr id="27853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9286" y="2438400"/>
                        <a:ext cx="5029200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0368204"/>
              </p:ext>
            </p:extLst>
          </p:nvPr>
        </p:nvGraphicFramePr>
        <p:xfrm>
          <a:off x="1219200" y="4292600"/>
          <a:ext cx="26797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055" name="Equation" r:id="rId5" imgW="2679480" imgH="583920" progId="Equation.3">
                  <p:embed/>
                </p:oleObj>
              </mc:Choice>
              <mc:Fallback>
                <p:oleObj name="Equation" r:id="rId5" imgW="2679480" imgH="583920" progId="Equation.3">
                  <p:embed/>
                  <p:pic>
                    <p:nvPicPr>
                      <p:cNvPr id="27649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292600"/>
                        <a:ext cx="26797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7672905"/>
              </p:ext>
            </p:extLst>
          </p:nvPr>
        </p:nvGraphicFramePr>
        <p:xfrm>
          <a:off x="1240609" y="4945063"/>
          <a:ext cx="2658291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056" name="Equation" r:id="rId7" imgW="2793960" imgH="583920" progId="Equation.3">
                  <p:embed/>
                </p:oleObj>
              </mc:Choice>
              <mc:Fallback>
                <p:oleObj name="Equation" r:id="rId7" imgW="2793960" imgH="583920" progId="Equation.3">
                  <p:embed/>
                  <p:pic>
                    <p:nvPicPr>
                      <p:cNvPr id="278536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0609" y="4945063"/>
                        <a:ext cx="2658291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9371271"/>
              </p:ext>
            </p:extLst>
          </p:nvPr>
        </p:nvGraphicFramePr>
        <p:xfrm>
          <a:off x="4044950" y="4984750"/>
          <a:ext cx="2362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057" name="Equation" r:id="rId9" imgW="2361960" imgH="520560" progId="Equation.3">
                  <p:embed/>
                </p:oleObj>
              </mc:Choice>
              <mc:Fallback>
                <p:oleObj name="Equation" r:id="rId9" imgW="2361960" imgH="520560" progId="Equation.3">
                  <p:embed/>
                  <p:pic>
                    <p:nvPicPr>
                      <p:cNvPr id="27853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4950" y="4984750"/>
                        <a:ext cx="23622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9193448"/>
              </p:ext>
            </p:extLst>
          </p:nvPr>
        </p:nvGraphicFramePr>
        <p:xfrm>
          <a:off x="1217023" y="5534025"/>
          <a:ext cx="2004786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058" name="Equation" r:id="rId11" imgW="2273040" imgH="596880" progId="Equation.3">
                  <p:embed/>
                </p:oleObj>
              </mc:Choice>
              <mc:Fallback>
                <p:oleObj name="Equation" r:id="rId11" imgW="2273040" imgH="596880" progId="Equation.3">
                  <p:embed/>
                  <p:pic>
                    <p:nvPicPr>
                      <p:cNvPr id="27853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7023" y="5534025"/>
                        <a:ext cx="2004786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7866239"/>
              </p:ext>
            </p:extLst>
          </p:nvPr>
        </p:nvGraphicFramePr>
        <p:xfrm>
          <a:off x="3426822" y="5659755"/>
          <a:ext cx="2400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059" name="Equation" r:id="rId13" imgW="2400120" imgH="520560" progId="Equation.3">
                  <p:embed/>
                </p:oleObj>
              </mc:Choice>
              <mc:Fallback>
                <p:oleObj name="Equation" r:id="rId13" imgW="2400120" imgH="520560" progId="Equation.3">
                  <p:embed/>
                  <p:pic>
                    <p:nvPicPr>
                      <p:cNvPr id="27853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6822" y="5659755"/>
                        <a:ext cx="24003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91449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Using Complex Numbers </a:t>
            </a:r>
            <a:br>
              <a:rPr lang="en-US" b="1" dirty="0">
                <a:solidFill>
                  <a:srgbClr val="0000FF"/>
                </a:solidFill>
              </a:rPr>
            </a:br>
            <a:r>
              <a:rPr lang="en-US" b="1" dirty="0">
                <a:solidFill>
                  <a:srgbClr val="0000FF"/>
                </a:solidFill>
              </a:rPr>
              <a:t>To Solve Ac Circuit Problems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72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17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8537993"/>
              </p:ext>
            </p:extLst>
          </p:nvPr>
        </p:nvGraphicFramePr>
        <p:xfrm>
          <a:off x="863238" y="1524000"/>
          <a:ext cx="30099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122" name="Equation" r:id="rId3" imgW="3009600" imgH="583920" progId="Equation.3">
                  <p:embed/>
                </p:oleObj>
              </mc:Choice>
              <mc:Fallback>
                <p:oleObj name="Equation" r:id="rId3" imgW="3009600" imgH="583920" progId="Equation.3">
                  <p:embed/>
                  <p:pic>
                    <p:nvPicPr>
                      <p:cNvPr id="27854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238" y="1524000"/>
                        <a:ext cx="30099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1439289"/>
              </p:ext>
            </p:extLst>
          </p:nvPr>
        </p:nvGraphicFramePr>
        <p:xfrm>
          <a:off x="4191000" y="1568450"/>
          <a:ext cx="33274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123" name="Equation" r:id="rId5" imgW="3327120" imgH="495000" progId="Equation.3">
                  <p:embed/>
                </p:oleObj>
              </mc:Choice>
              <mc:Fallback>
                <p:oleObj name="Equation" r:id="rId5" imgW="3327120" imgH="495000" progId="Equation.3">
                  <p:embed/>
                  <p:pic>
                    <p:nvPicPr>
                      <p:cNvPr id="27854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568450"/>
                        <a:ext cx="33274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6013030"/>
              </p:ext>
            </p:extLst>
          </p:nvPr>
        </p:nvGraphicFramePr>
        <p:xfrm>
          <a:off x="1905000" y="2209800"/>
          <a:ext cx="292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124" name="Equation" r:id="rId7" imgW="2920680" imgH="520560" progId="Equation.3">
                  <p:embed/>
                </p:oleObj>
              </mc:Choice>
              <mc:Fallback>
                <p:oleObj name="Equation" r:id="rId7" imgW="2920680" imgH="520560" progId="Equation.3">
                  <p:embed/>
                  <p:pic>
                    <p:nvPicPr>
                      <p:cNvPr id="27956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209800"/>
                        <a:ext cx="292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9485081"/>
              </p:ext>
            </p:extLst>
          </p:nvPr>
        </p:nvGraphicFramePr>
        <p:xfrm>
          <a:off x="7162800" y="990600"/>
          <a:ext cx="50292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125" name="Visio" r:id="rId9" imgW="3566999" imgH="1810175" progId="Visio.Drawing.11">
                  <p:embed/>
                </p:oleObj>
              </mc:Choice>
              <mc:Fallback>
                <p:oleObj name="Visio" r:id="rId9" imgW="3566999" imgH="1810175" progId="Visio.Drawing.11">
                  <p:embed/>
                  <p:pic>
                    <p:nvPicPr>
                      <p:cNvPr id="27956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990600"/>
                        <a:ext cx="5029200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1817283"/>
              </p:ext>
            </p:extLst>
          </p:nvPr>
        </p:nvGraphicFramePr>
        <p:xfrm>
          <a:off x="1828800" y="3084286"/>
          <a:ext cx="5232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126" name="Equation" r:id="rId11" imgW="5232240" imgH="571320" progId="Equation.3">
                  <p:embed/>
                </p:oleObj>
              </mc:Choice>
              <mc:Fallback>
                <p:oleObj name="Equation" r:id="rId11" imgW="5232240" imgH="571320" progId="Equation.3">
                  <p:embed/>
                  <p:pic>
                    <p:nvPicPr>
                      <p:cNvPr id="27956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084286"/>
                        <a:ext cx="5232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7535959"/>
              </p:ext>
            </p:extLst>
          </p:nvPr>
        </p:nvGraphicFramePr>
        <p:xfrm>
          <a:off x="1873614" y="4009572"/>
          <a:ext cx="35052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127" name="Equation" r:id="rId13" imgW="3504960" imgH="495000" progId="Equation.3">
                  <p:embed/>
                </p:oleObj>
              </mc:Choice>
              <mc:Fallback>
                <p:oleObj name="Equation" r:id="rId13" imgW="3504960" imgH="495000" progId="Equation.3">
                  <p:embed/>
                  <p:pic>
                    <p:nvPicPr>
                      <p:cNvPr id="27957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3614" y="4009572"/>
                        <a:ext cx="35052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/>
          <p:nvPr/>
        </p:nvSpPr>
        <p:spPr>
          <a:xfrm>
            <a:off x="1859281" y="4676322"/>
            <a:ext cx="7995920" cy="580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6075" indent="-346075" algn="just">
              <a:lnSpc>
                <a:spcPct val="120000"/>
              </a:lnSpc>
            </a:pPr>
            <a:r>
              <a:rPr lang="en-US" sz="2800" dirty="0">
                <a:solidFill>
                  <a:srgbClr val="0000FF"/>
                </a:solidFill>
              </a:rPr>
              <a:t>Choosing the voltage a the reference phasor,</a:t>
            </a:r>
          </a:p>
        </p:txBody>
      </p:sp>
      <p:graphicFrame>
        <p:nvGraphicFramePr>
          <p:cNvPr id="12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5563330"/>
              </p:ext>
            </p:extLst>
          </p:nvPr>
        </p:nvGraphicFramePr>
        <p:xfrm>
          <a:off x="2146300" y="5023556"/>
          <a:ext cx="2679700" cy="9962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128" name="Equation" r:id="rId15" imgW="2679480" imgH="1282680" progId="Equation.3">
                  <p:embed/>
                </p:oleObj>
              </mc:Choice>
              <mc:Fallback>
                <p:oleObj name="Equation" r:id="rId15" imgW="2679480" imgH="1282680" progId="Equation.3">
                  <p:embed/>
                  <p:pic>
                    <p:nvPicPr>
                      <p:cNvPr id="27956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6300" y="5023556"/>
                        <a:ext cx="2679700" cy="9962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0641274"/>
              </p:ext>
            </p:extLst>
          </p:nvPr>
        </p:nvGraphicFramePr>
        <p:xfrm>
          <a:off x="5029200" y="5105400"/>
          <a:ext cx="3581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129" name="Equation" r:id="rId17" imgW="3581280" imgH="1193760" progId="Equation.3">
                  <p:embed/>
                </p:oleObj>
              </mc:Choice>
              <mc:Fallback>
                <p:oleObj name="Equation" r:id="rId17" imgW="3581280" imgH="1193760" progId="Equation.3">
                  <p:embed/>
                  <p:pic>
                    <p:nvPicPr>
                      <p:cNvPr id="27956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5105400"/>
                        <a:ext cx="35814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421597"/>
              </p:ext>
            </p:extLst>
          </p:nvPr>
        </p:nvGraphicFramePr>
        <p:xfrm>
          <a:off x="9074152" y="5285720"/>
          <a:ext cx="28067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130" name="Equation" r:id="rId19" imgW="2806560" imgH="495000" progId="Equation.3">
                  <p:embed/>
                </p:oleObj>
              </mc:Choice>
              <mc:Fallback>
                <p:oleObj name="Equation" r:id="rId19" imgW="2806560" imgH="495000" progId="Equation.3">
                  <p:embed/>
                  <p:pic>
                    <p:nvPicPr>
                      <p:cNvPr id="27957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74152" y="5285720"/>
                        <a:ext cx="28067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7842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Using Complex Numbers </a:t>
            </a:r>
            <a:br>
              <a:rPr lang="en-US" b="1" dirty="0">
                <a:solidFill>
                  <a:srgbClr val="0000FF"/>
                </a:solidFill>
              </a:rPr>
            </a:br>
            <a:r>
              <a:rPr lang="en-US" b="1" dirty="0">
                <a:solidFill>
                  <a:srgbClr val="0000FF"/>
                </a:solidFill>
              </a:rPr>
              <a:t>To Solve Ac Circuit 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321526"/>
            <a:ext cx="10896600" cy="4692650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2800" dirty="0">
                <a:solidFill>
                  <a:srgbClr val="0000FF"/>
                </a:solidFill>
              </a:rPr>
              <a:t>Current leads supply voltage by 44.2</a:t>
            </a:r>
            <a:r>
              <a:rPr lang="en-US" sz="2800" baseline="30000" dirty="0">
                <a:solidFill>
                  <a:srgbClr val="0000FF"/>
                </a:solidFill>
              </a:rPr>
              <a:t>0</a:t>
            </a:r>
            <a:endParaRPr lang="en-US" sz="2800" dirty="0">
              <a:solidFill>
                <a:srgbClr val="0000FF"/>
              </a:solidFill>
            </a:endParaRPr>
          </a:p>
          <a:p>
            <a:pPr marL="346075" indent="-346075" algn="just">
              <a:lnSpc>
                <a:spcPct val="120000"/>
              </a:lnSpc>
            </a:pPr>
            <a:endParaRPr lang="en-US" sz="2800" dirty="0">
              <a:solidFill>
                <a:srgbClr val="0000FF"/>
              </a:solidFill>
            </a:endParaRPr>
          </a:p>
          <a:p>
            <a:pPr marL="0" indent="0" algn="just">
              <a:lnSpc>
                <a:spcPct val="120000"/>
              </a:lnSpc>
              <a:buNone/>
            </a:pPr>
            <a:endParaRPr lang="en-US" sz="2800" dirty="0">
              <a:solidFill>
                <a:srgbClr val="0000FF"/>
              </a:solidFill>
            </a:endParaRPr>
          </a:p>
          <a:p>
            <a:pPr marL="346075" indent="-346075" algn="just">
              <a:lnSpc>
                <a:spcPct val="120000"/>
              </a:lnSpc>
            </a:pPr>
            <a:endParaRPr lang="en-US" sz="2800" dirty="0">
              <a:solidFill>
                <a:srgbClr val="0000FF"/>
              </a:solidFill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800" dirty="0" smtClean="0">
                <a:solidFill>
                  <a:srgbClr val="0000FF"/>
                </a:solidFill>
              </a:rPr>
              <a:t>                                        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800" dirty="0" smtClean="0">
                <a:solidFill>
                  <a:srgbClr val="0000FF"/>
                </a:solidFill>
              </a:rPr>
              <a:t>                                                                               Current </a:t>
            </a:r>
            <a:r>
              <a:rPr lang="en-US" sz="2800" dirty="0">
                <a:solidFill>
                  <a:srgbClr val="0000FF"/>
                </a:solidFill>
              </a:rPr>
              <a:t>leads supply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800" dirty="0" smtClean="0">
                <a:solidFill>
                  <a:srgbClr val="0000FF"/>
                </a:solidFill>
              </a:rPr>
              <a:t>                                                                                voltage </a:t>
            </a:r>
            <a:r>
              <a:rPr lang="en-US" sz="2800" dirty="0">
                <a:solidFill>
                  <a:srgbClr val="0000FF"/>
                </a:solidFill>
              </a:rPr>
              <a:t>by 73.68</a:t>
            </a:r>
            <a:r>
              <a:rPr lang="en-US" sz="2800" baseline="30000" dirty="0">
                <a:solidFill>
                  <a:srgbClr val="0000FF"/>
                </a:solidFill>
              </a:rPr>
              <a:t>0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73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6253742"/>
              </p:ext>
            </p:extLst>
          </p:nvPr>
        </p:nvGraphicFramePr>
        <p:xfrm>
          <a:off x="1143000" y="2057400"/>
          <a:ext cx="21844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105" name="Equation" r:id="rId3" imgW="2184120" imgH="583920" progId="Equation.3">
                  <p:embed/>
                </p:oleObj>
              </mc:Choice>
              <mc:Fallback>
                <p:oleObj name="Equation" r:id="rId3" imgW="2184120" imgH="583920" progId="Equation.3">
                  <p:embed/>
                  <p:pic>
                    <p:nvPicPr>
                      <p:cNvPr id="28058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057400"/>
                        <a:ext cx="21844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1826511"/>
              </p:ext>
            </p:extLst>
          </p:nvPr>
        </p:nvGraphicFramePr>
        <p:xfrm>
          <a:off x="1949451" y="2793274"/>
          <a:ext cx="6203949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106" name="Equation" r:id="rId5" imgW="6832440" imgH="583920" progId="Equation.3">
                  <p:embed/>
                </p:oleObj>
              </mc:Choice>
              <mc:Fallback>
                <p:oleObj name="Equation" r:id="rId5" imgW="6832440" imgH="583920" progId="Equation.3">
                  <p:embed/>
                  <p:pic>
                    <p:nvPicPr>
                      <p:cNvPr id="28058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9451" y="2793274"/>
                        <a:ext cx="6203949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8483690"/>
              </p:ext>
            </p:extLst>
          </p:nvPr>
        </p:nvGraphicFramePr>
        <p:xfrm>
          <a:off x="7924800" y="1087302"/>
          <a:ext cx="4247606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107" name="Visio" r:id="rId7" imgW="3566999" imgH="1810175" progId="Visio.Drawing.11">
                  <p:embed/>
                </p:oleObj>
              </mc:Choice>
              <mc:Fallback>
                <p:oleObj name="Visio" r:id="rId7" imgW="3566999" imgH="1810175" progId="Visio.Drawing.11">
                  <p:embed/>
                  <p:pic>
                    <p:nvPicPr>
                      <p:cNvPr id="27956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1087302"/>
                        <a:ext cx="4247606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9495735"/>
              </p:ext>
            </p:extLst>
          </p:nvPr>
        </p:nvGraphicFramePr>
        <p:xfrm>
          <a:off x="1932034" y="3364048"/>
          <a:ext cx="32639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108" name="Equation" r:id="rId9" imgW="3263760" imgH="495000" progId="Equation.3">
                  <p:embed/>
                </p:oleObj>
              </mc:Choice>
              <mc:Fallback>
                <p:oleObj name="Equation" r:id="rId9" imgW="3263760" imgH="495000" progId="Equation.3">
                  <p:embed/>
                  <p:pic>
                    <p:nvPicPr>
                      <p:cNvPr id="28058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2034" y="3364048"/>
                        <a:ext cx="32639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3855982"/>
              </p:ext>
            </p:extLst>
          </p:nvPr>
        </p:nvGraphicFramePr>
        <p:xfrm>
          <a:off x="1977754" y="3948248"/>
          <a:ext cx="17653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109" name="Equation" r:id="rId11" imgW="1765080" imgH="1282680" progId="Equation.3">
                  <p:embed/>
                </p:oleObj>
              </mc:Choice>
              <mc:Fallback>
                <p:oleObj name="Equation" r:id="rId11" imgW="1765080" imgH="1282680" progId="Equation.3">
                  <p:embed/>
                  <p:pic>
                    <p:nvPicPr>
                      <p:cNvPr id="28058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7754" y="3948248"/>
                        <a:ext cx="1765300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2226445"/>
              </p:ext>
            </p:extLst>
          </p:nvPr>
        </p:nvGraphicFramePr>
        <p:xfrm>
          <a:off x="1844585" y="5025662"/>
          <a:ext cx="33274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110" name="Equation" r:id="rId13" imgW="3327120" imgH="1193760" progId="Equation.3">
                  <p:embed/>
                </p:oleObj>
              </mc:Choice>
              <mc:Fallback>
                <p:oleObj name="Equation" r:id="rId13" imgW="3327120" imgH="1193760" progId="Equation.3">
                  <p:embed/>
                  <p:pic>
                    <p:nvPicPr>
                      <p:cNvPr id="28059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4585" y="5025662"/>
                        <a:ext cx="3327400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3138222"/>
              </p:ext>
            </p:extLst>
          </p:nvPr>
        </p:nvGraphicFramePr>
        <p:xfrm>
          <a:off x="5195934" y="5236300"/>
          <a:ext cx="30099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111" name="Equation" r:id="rId15" imgW="3009600" imgH="495000" progId="Equation.3">
                  <p:embed/>
                </p:oleObj>
              </mc:Choice>
              <mc:Fallback>
                <p:oleObj name="Equation" r:id="rId15" imgW="3009600" imgH="495000" progId="Equation.3">
                  <p:embed/>
                  <p:pic>
                    <p:nvPicPr>
                      <p:cNvPr id="28059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5934" y="5236300"/>
                        <a:ext cx="30099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9368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Using Complex Numbers </a:t>
            </a:r>
            <a:br>
              <a:rPr lang="en-US" b="1" dirty="0">
                <a:solidFill>
                  <a:srgbClr val="0000FF"/>
                </a:solidFill>
              </a:rPr>
            </a:br>
            <a:r>
              <a:rPr lang="en-US" b="1" dirty="0">
                <a:solidFill>
                  <a:srgbClr val="0000FF"/>
                </a:solidFill>
              </a:rPr>
              <a:t>To Solve Ac Circuit Problems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74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1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3894379"/>
              </p:ext>
            </p:extLst>
          </p:nvPr>
        </p:nvGraphicFramePr>
        <p:xfrm>
          <a:off x="1447800" y="1676400"/>
          <a:ext cx="17653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086" name="Equation" r:id="rId3" imgW="1765080" imgH="1282680" progId="Equation.3">
                  <p:embed/>
                </p:oleObj>
              </mc:Choice>
              <mc:Fallback>
                <p:oleObj name="Equation" r:id="rId3" imgW="1765080" imgH="1282680" progId="Equation.3">
                  <p:embed/>
                  <p:pic>
                    <p:nvPicPr>
                      <p:cNvPr id="28058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676400"/>
                        <a:ext cx="1765300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4384525"/>
              </p:ext>
            </p:extLst>
          </p:nvPr>
        </p:nvGraphicFramePr>
        <p:xfrm>
          <a:off x="3581400" y="1676400"/>
          <a:ext cx="33909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087" name="Equation" r:id="rId5" imgW="3390840" imgH="1193760" progId="Equation.3">
                  <p:embed/>
                </p:oleObj>
              </mc:Choice>
              <mc:Fallback>
                <p:oleObj name="Equation" r:id="rId5" imgW="3390840" imgH="1193760" progId="Equation.3">
                  <p:embed/>
                  <p:pic>
                    <p:nvPicPr>
                      <p:cNvPr id="28059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676400"/>
                        <a:ext cx="3390900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6884441"/>
              </p:ext>
            </p:extLst>
          </p:nvPr>
        </p:nvGraphicFramePr>
        <p:xfrm>
          <a:off x="7112000" y="2025650"/>
          <a:ext cx="32512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088" name="Equation" r:id="rId7" imgW="3251160" imgH="495000" progId="Equation.3">
                  <p:embed/>
                </p:oleObj>
              </mc:Choice>
              <mc:Fallback>
                <p:oleObj name="Equation" r:id="rId7" imgW="3251160" imgH="495000" progId="Equation.3">
                  <p:embed/>
                  <p:pic>
                    <p:nvPicPr>
                      <p:cNvPr id="28059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000" y="2025650"/>
                        <a:ext cx="32512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1412966" y="3470578"/>
            <a:ext cx="6096000" cy="58092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6075" indent="-346075" algn="just">
              <a:lnSpc>
                <a:spcPct val="120000"/>
              </a:lnSpc>
            </a:pPr>
            <a:r>
              <a:rPr lang="en-US" sz="2800" dirty="0">
                <a:solidFill>
                  <a:srgbClr val="0000FF"/>
                </a:solidFill>
              </a:rPr>
              <a:t>Current lags supply voltage by 7.27</a:t>
            </a:r>
            <a:r>
              <a:rPr lang="en-US" sz="2800" baseline="30000" dirty="0">
                <a:solidFill>
                  <a:srgbClr val="0000FF"/>
                </a:solidFill>
              </a:rPr>
              <a:t>0</a:t>
            </a:r>
          </a:p>
        </p:txBody>
      </p:sp>
      <p:graphicFrame>
        <p:nvGraphicFramePr>
          <p:cNvPr id="9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2963313"/>
              </p:ext>
            </p:extLst>
          </p:nvPr>
        </p:nvGraphicFramePr>
        <p:xfrm>
          <a:off x="5943600" y="3476928"/>
          <a:ext cx="50292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089" name="Visio" r:id="rId9" imgW="3566999" imgH="1810175" progId="Visio.Drawing.11">
                  <p:embed/>
                </p:oleObj>
              </mc:Choice>
              <mc:Fallback>
                <p:oleObj name="Visio" r:id="rId9" imgW="3566999" imgH="1810175" progId="Visio.Drawing.11">
                  <p:embed/>
                  <p:pic>
                    <p:nvPicPr>
                      <p:cNvPr id="27956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3476928"/>
                        <a:ext cx="5029200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9977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Using Complex Numbers </a:t>
            </a:r>
            <a:br>
              <a:rPr lang="en-US" b="1" dirty="0">
                <a:solidFill>
                  <a:srgbClr val="0000FF"/>
                </a:solidFill>
              </a:rPr>
            </a:br>
            <a:r>
              <a:rPr lang="en-US" b="1" dirty="0">
                <a:solidFill>
                  <a:srgbClr val="0000FF"/>
                </a:solidFill>
              </a:rPr>
              <a:t>To Solve Ac Circuit Problems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75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1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5279122"/>
              </p:ext>
            </p:extLst>
          </p:nvPr>
        </p:nvGraphicFramePr>
        <p:xfrm>
          <a:off x="1143000" y="1600200"/>
          <a:ext cx="15621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088" name="Equation" r:id="rId3" imgW="1562040" imgH="495000" progId="Equation.3">
                  <p:embed/>
                </p:oleObj>
              </mc:Choice>
              <mc:Fallback>
                <p:oleObj name="Equation" r:id="rId3" imgW="1562040" imgH="495000" progId="Equation.3">
                  <p:embed/>
                  <p:pic>
                    <p:nvPicPr>
                      <p:cNvPr id="28058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600200"/>
                        <a:ext cx="15621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4330921"/>
              </p:ext>
            </p:extLst>
          </p:nvPr>
        </p:nvGraphicFramePr>
        <p:xfrm>
          <a:off x="1676400" y="2286000"/>
          <a:ext cx="1905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089" name="Equation" r:id="rId5" imgW="1904760" imgH="520560" progId="Equation.3">
                  <p:embed/>
                </p:oleObj>
              </mc:Choice>
              <mc:Fallback>
                <p:oleObj name="Equation" r:id="rId5" imgW="1904760" imgH="520560" progId="Equation.3">
                  <p:embed/>
                  <p:pic>
                    <p:nvPicPr>
                      <p:cNvPr id="29287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286000"/>
                        <a:ext cx="1905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1143000" y="3762466"/>
            <a:ext cx="9296400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6075" indent="-346075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Q is positive when the current lags the voltage</a:t>
            </a:r>
          </a:p>
          <a:p>
            <a:pPr marL="346075" indent="-346075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Q is negative when the current leads the voltage</a:t>
            </a:r>
          </a:p>
        </p:txBody>
      </p:sp>
    </p:spTree>
    <p:extLst>
      <p:ext uri="{BB962C8B-B14F-4D97-AF65-F5344CB8AC3E}">
        <p14:creationId xmlns:p14="http://schemas.microsoft.com/office/powerpoint/2010/main" val="3766390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00FF"/>
                </a:solidFill>
              </a:rPr>
              <a:t>Calculation Of Complex </a:t>
            </a:r>
            <a:br>
              <a:rPr lang="en-US" b="1" dirty="0" smtClean="0">
                <a:solidFill>
                  <a:srgbClr val="0000FF"/>
                </a:solidFill>
              </a:rPr>
            </a:br>
            <a:r>
              <a:rPr lang="en-US" b="1" dirty="0" smtClean="0">
                <a:solidFill>
                  <a:srgbClr val="0000FF"/>
                </a:solidFill>
              </a:rPr>
              <a:t>Power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6075" indent="-346075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Example 1</a:t>
            </a:r>
          </a:p>
          <a:p>
            <a:pPr algn="just">
              <a:lnSpc>
                <a:spcPct val="120000"/>
              </a:lnSpc>
            </a:pPr>
            <a:r>
              <a:rPr lang="en-US" sz="2800" dirty="0">
                <a:solidFill>
                  <a:srgbClr val="0000FF"/>
                </a:solidFill>
              </a:rPr>
              <a:t> The potential difference across and the current in a circuit are represented by 100 + j200 v and 10 + j5 a respectively. Calculate the power and reactive </a:t>
            </a:r>
            <a:r>
              <a:rPr lang="en-US" sz="2800" dirty="0" err="1">
                <a:solidFill>
                  <a:srgbClr val="0000FF"/>
                </a:solidFill>
              </a:rPr>
              <a:t>voltamperes</a:t>
            </a:r>
            <a:r>
              <a:rPr lang="en-US" sz="2800" dirty="0">
                <a:solidFill>
                  <a:srgbClr val="0000FF"/>
                </a:solidFill>
              </a:rPr>
              <a:t> (or </a:t>
            </a:r>
            <a:r>
              <a:rPr lang="en-US" sz="2800" dirty="0" err="1">
                <a:solidFill>
                  <a:srgbClr val="0000FF"/>
                </a:solidFill>
              </a:rPr>
              <a:t>vars</a:t>
            </a:r>
            <a:r>
              <a:rPr lang="en-US" sz="2800" dirty="0" smtClean="0">
                <a:solidFill>
                  <a:srgbClr val="0000FF"/>
                </a:solidFill>
              </a:rPr>
              <a:t>).</a:t>
            </a:r>
            <a:endParaRPr lang="en-US" sz="2800" dirty="0">
              <a:solidFill>
                <a:srgbClr val="0000FF"/>
              </a:solidFill>
            </a:endParaRPr>
          </a:p>
          <a:p>
            <a:pPr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Solution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76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2462866"/>
              </p:ext>
            </p:extLst>
          </p:nvPr>
        </p:nvGraphicFramePr>
        <p:xfrm>
          <a:off x="2057400" y="4057650"/>
          <a:ext cx="15621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156" name="Equation" r:id="rId3" imgW="1562040" imgH="495000" progId="Equation.3">
                  <p:embed/>
                </p:oleObj>
              </mc:Choice>
              <mc:Fallback>
                <p:oleObj name="Equation" r:id="rId3" imgW="1562040" imgH="495000" progId="Equation.3">
                  <p:embed/>
                  <p:pic>
                    <p:nvPicPr>
                      <p:cNvPr id="28058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057650"/>
                        <a:ext cx="15621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3673915"/>
              </p:ext>
            </p:extLst>
          </p:nvPr>
        </p:nvGraphicFramePr>
        <p:xfrm>
          <a:off x="3733800" y="4019550"/>
          <a:ext cx="51181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157" name="Equation" r:id="rId5" imgW="5117760" imgH="647640" progId="Equation.3">
                  <p:embed/>
                </p:oleObj>
              </mc:Choice>
              <mc:Fallback>
                <p:oleObj name="Equation" r:id="rId5" imgW="5117760" imgH="647640" progId="Equation.3">
                  <p:embed/>
                  <p:pic>
                    <p:nvPicPr>
                      <p:cNvPr id="293892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4019550"/>
                        <a:ext cx="51181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5552604"/>
              </p:ext>
            </p:extLst>
          </p:nvPr>
        </p:nvGraphicFramePr>
        <p:xfrm>
          <a:off x="3910149" y="4587875"/>
          <a:ext cx="49657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158" name="Equation" r:id="rId7" imgW="4965480" imgH="571320" progId="Equation.3">
                  <p:embed/>
                </p:oleObj>
              </mc:Choice>
              <mc:Fallback>
                <p:oleObj name="Equation" r:id="rId7" imgW="4965480" imgH="571320" progId="Equation.3">
                  <p:embed/>
                  <p:pic>
                    <p:nvPicPr>
                      <p:cNvPr id="29389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0149" y="4587875"/>
                        <a:ext cx="49657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8520705"/>
              </p:ext>
            </p:extLst>
          </p:nvPr>
        </p:nvGraphicFramePr>
        <p:xfrm>
          <a:off x="4038600" y="5229951"/>
          <a:ext cx="3251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159" name="Equation" r:id="rId9" imgW="3251160" imgH="520560" progId="Equation.3">
                  <p:embed/>
                </p:oleObj>
              </mc:Choice>
              <mc:Fallback>
                <p:oleObj name="Equation" r:id="rId9" imgW="3251160" imgH="520560" progId="Equation.3">
                  <p:embed/>
                  <p:pic>
                    <p:nvPicPr>
                      <p:cNvPr id="29287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5229951"/>
                        <a:ext cx="32512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3101728"/>
              </p:ext>
            </p:extLst>
          </p:nvPr>
        </p:nvGraphicFramePr>
        <p:xfrm>
          <a:off x="2057400" y="5588998"/>
          <a:ext cx="2463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160" name="Equation" r:id="rId11" imgW="2463480" imgH="419040" progId="Equation.3">
                  <p:embed/>
                </p:oleObj>
              </mc:Choice>
              <mc:Fallback>
                <p:oleObj name="Equation" r:id="rId11" imgW="2463480" imgH="419040" progId="Equation.3">
                  <p:embed/>
                  <p:pic>
                    <p:nvPicPr>
                      <p:cNvPr id="29389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588998"/>
                        <a:ext cx="2463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7604705"/>
              </p:ext>
            </p:extLst>
          </p:nvPr>
        </p:nvGraphicFramePr>
        <p:xfrm>
          <a:off x="5365751" y="5619025"/>
          <a:ext cx="292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161" name="Equation" r:id="rId13" imgW="2920680" imgH="520560" progId="Equation.3">
                  <p:embed/>
                </p:oleObj>
              </mc:Choice>
              <mc:Fallback>
                <p:oleObj name="Equation" r:id="rId13" imgW="2920680" imgH="520560" progId="Equation.3">
                  <p:embed/>
                  <p:pic>
                    <p:nvPicPr>
                      <p:cNvPr id="29389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5751" y="5619025"/>
                        <a:ext cx="292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1223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00FF"/>
                </a:solidFill>
              </a:rPr>
              <a:t>Calculation Of Complex </a:t>
            </a:r>
            <a:br>
              <a:rPr lang="en-US" b="1" dirty="0" smtClean="0">
                <a:solidFill>
                  <a:srgbClr val="0000FF"/>
                </a:solidFill>
              </a:rPr>
            </a:br>
            <a:r>
              <a:rPr lang="en-US" b="1" dirty="0" smtClean="0">
                <a:solidFill>
                  <a:srgbClr val="0000FF"/>
                </a:solidFill>
              </a:rPr>
              <a:t>Power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03350"/>
            <a:ext cx="11049000" cy="4692650"/>
          </a:xfrm>
        </p:spPr>
        <p:txBody>
          <a:bodyPr/>
          <a:lstStyle/>
          <a:p>
            <a:pPr marL="346075" indent="-346075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Example 2</a:t>
            </a:r>
          </a:p>
          <a:p>
            <a:pPr marL="0" indent="0" algn="just">
              <a:buNone/>
            </a:pPr>
            <a:r>
              <a:rPr lang="en-US" sz="2800" dirty="0">
                <a:solidFill>
                  <a:srgbClr val="0000FF"/>
                </a:solidFill>
              </a:rPr>
              <a:t>A small installation consists of the following loads connected in parallel across a single-phase 240V, 50Hz supply: </a:t>
            </a:r>
          </a:p>
          <a:p>
            <a:pPr marL="0" indent="0" algn="just">
              <a:buNone/>
            </a:pPr>
            <a:r>
              <a:rPr lang="en-US" sz="2800" dirty="0">
                <a:solidFill>
                  <a:srgbClr val="0000FF"/>
                </a:solidFill>
              </a:rPr>
              <a:t>(a) a fan motor taking an input of 1.5kVA at 0.75pf lag,</a:t>
            </a:r>
          </a:p>
          <a:p>
            <a:pPr marL="0" lvl="0" indent="0" algn="just">
              <a:buNone/>
            </a:pPr>
            <a:r>
              <a:rPr lang="en-US" sz="2800" dirty="0">
                <a:solidFill>
                  <a:srgbClr val="0000FF"/>
                </a:solidFill>
              </a:rPr>
              <a:t>(b) a 1000W radiator operating at unity power factor </a:t>
            </a:r>
          </a:p>
          <a:p>
            <a:pPr marL="0" indent="0" algn="just">
              <a:buNone/>
            </a:pPr>
            <a:r>
              <a:rPr lang="en-US" sz="2800" dirty="0">
                <a:solidFill>
                  <a:srgbClr val="0000FF"/>
                </a:solidFill>
              </a:rPr>
              <a:t>(c) a number of fluorescent lamps taking a total load of 1.2kVA at </a:t>
            </a:r>
            <a:r>
              <a:rPr lang="en-US" sz="2800" dirty="0" smtClean="0">
                <a:solidFill>
                  <a:srgbClr val="0000FF"/>
                </a:solidFill>
              </a:rPr>
              <a:t>0.95pf         </a:t>
            </a:r>
            <a:r>
              <a:rPr lang="en-US" sz="2800" dirty="0">
                <a:solidFill>
                  <a:srgbClr val="0000FF"/>
                </a:solidFill>
              </a:rPr>
              <a:t>lagging</a:t>
            </a:r>
          </a:p>
          <a:p>
            <a:pPr marL="0" indent="0" algn="just">
              <a:buNone/>
            </a:pPr>
            <a:r>
              <a:rPr lang="en-US" sz="2800" dirty="0">
                <a:solidFill>
                  <a:srgbClr val="0000FF"/>
                </a:solidFill>
              </a:rPr>
              <a:t>Find the total current, kW, kVA and power factor of the load.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77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8927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Calculation Of Complex </a:t>
            </a:r>
            <a:br>
              <a:rPr lang="en-US" b="1" dirty="0">
                <a:solidFill>
                  <a:srgbClr val="0000FF"/>
                </a:solidFill>
              </a:rPr>
            </a:br>
            <a:r>
              <a:rPr lang="en-US" b="1" dirty="0">
                <a:solidFill>
                  <a:srgbClr val="0000FF"/>
                </a:solidFill>
              </a:rPr>
              <a:t>Power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6075" indent="-346075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400" dirty="0">
                <a:solidFill>
                  <a:srgbClr val="0000FF"/>
                </a:solidFill>
              </a:rPr>
              <a:t>Solution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400" dirty="0">
                <a:solidFill>
                  <a:srgbClr val="0000FF"/>
                </a:solidFill>
              </a:rPr>
              <a:t>The problem is solved by obtaining the active and reactive component of each load and then summing all reactive components and all active components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78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853071"/>
              </p:ext>
            </p:extLst>
          </p:nvPr>
        </p:nvGraphicFramePr>
        <p:xfrm>
          <a:off x="1524000" y="2822210"/>
          <a:ext cx="8610600" cy="33528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21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22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7221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72212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72212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1272315"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Load (</a:t>
                      </a:r>
                      <a:r>
                        <a:rPr lang="en-US" sz="2800" b="1" dirty="0" err="1" smtClean="0"/>
                        <a:t>kVA</a:t>
                      </a:r>
                      <a:r>
                        <a:rPr lang="en-US" sz="2800" b="1" dirty="0" smtClean="0"/>
                        <a:t>)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err="1" smtClean="0"/>
                        <a:t>cos</a:t>
                      </a:r>
                      <a:r>
                        <a:rPr lang="el-GR" sz="2800" b="1" dirty="0" smtClean="0">
                          <a:latin typeface="Arial"/>
                          <a:cs typeface="Arial"/>
                        </a:rPr>
                        <a:t>ϕ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P(kW) = </a:t>
                      </a:r>
                      <a:r>
                        <a:rPr lang="en-US" sz="2800" b="1" dirty="0" err="1" smtClean="0"/>
                        <a:t>Scos</a:t>
                      </a:r>
                      <a:r>
                        <a:rPr lang="el-GR" sz="2800" b="1" dirty="0" smtClean="0">
                          <a:latin typeface="Arial"/>
                          <a:cs typeface="Arial"/>
                        </a:rPr>
                        <a:t>ϕ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sin</a:t>
                      </a:r>
                      <a:r>
                        <a:rPr lang="el-GR" sz="2800" b="1" dirty="0" smtClean="0">
                          <a:latin typeface="Arial"/>
                          <a:cs typeface="Arial"/>
                        </a:rPr>
                        <a:t>ϕ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Q(</a:t>
                      </a:r>
                      <a:r>
                        <a:rPr lang="en-US" sz="2800" b="1" dirty="0" err="1" smtClean="0"/>
                        <a:t>kVAR</a:t>
                      </a:r>
                      <a:r>
                        <a:rPr lang="en-US" sz="2800" b="1" dirty="0" smtClean="0"/>
                        <a:t>)</a:t>
                      </a:r>
                      <a:r>
                        <a:rPr lang="en-US" sz="2800" b="1" baseline="0" dirty="0" smtClean="0"/>
                        <a:t> = </a:t>
                      </a:r>
                      <a:r>
                        <a:rPr lang="en-US" sz="2800" b="1" baseline="0" dirty="0" err="1" smtClean="0"/>
                        <a:t>Ssin</a:t>
                      </a:r>
                      <a:r>
                        <a:rPr lang="el-GR" sz="2800" b="1" baseline="0" dirty="0" smtClean="0">
                          <a:latin typeface="Arial"/>
                          <a:cs typeface="Arial"/>
                        </a:rPr>
                        <a:t>ϕ</a:t>
                      </a:r>
                      <a:endParaRPr lang="en-US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9934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9934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9934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82440"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TOTAL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hlinkClick r:id="" action="ppaction://hlinkshowjump?jump=nextslide"/>
          </p:cNvPr>
          <p:cNvCxnSpPr/>
          <p:nvPr/>
        </p:nvCxnSpPr>
        <p:spPr>
          <a:xfrm>
            <a:off x="7391400" y="6399212"/>
            <a:ext cx="5334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hlinkClick r:id="" action="ppaction://hlinkshowjump?jump=previousslide"/>
          </p:cNvPr>
          <p:cNvCxnSpPr/>
          <p:nvPr/>
        </p:nvCxnSpPr>
        <p:spPr>
          <a:xfrm rot="10800000">
            <a:off x="8153400" y="6399211"/>
            <a:ext cx="6858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153097"/>
              </p:ext>
            </p:extLst>
          </p:nvPr>
        </p:nvGraphicFramePr>
        <p:xfrm>
          <a:off x="1524000" y="4191000"/>
          <a:ext cx="1524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284" name="Equation" r:id="rId3" imgW="1523880" imgH="533160" progId="Equation.3">
                  <p:embed/>
                </p:oleObj>
              </mc:Choice>
              <mc:Fallback>
                <p:oleObj name="Equation" r:id="rId3" imgW="1523880" imgH="533160" progId="Equation.3">
                  <p:embed/>
                  <p:pic>
                    <p:nvPicPr>
                      <p:cNvPr id="29389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191000"/>
                        <a:ext cx="15240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7308942"/>
              </p:ext>
            </p:extLst>
          </p:nvPr>
        </p:nvGraphicFramePr>
        <p:xfrm>
          <a:off x="3429000" y="4191000"/>
          <a:ext cx="927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285" name="Equation" r:id="rId5" imgW="927000" imgH="419040" progId="Equation.3">
                  <p:embed/>
                </p:oleObj>
              </mc:Choice>
              <mc:Fallback>
                <p:oleObj name="Equation" r:id="rId5" imgW="927000" imgH="419040" progId="Equation.3">
                  <p:embed/>
                  <p:pic>
                    <p:nvPicPr>
                      <p:cNvPr id="29594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191000"/>
                        <a:ext cx="927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75140"/>
              </p:ext>
            </p:extLst>
          </p:nvPr>
        </p:nvGraphicFramePr>
        <p:xfrm>
          <a:off x="5105400" y="4191000"/>
          <a:ext cx="1181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286" name="Equation" r:id="rId7" imgW="1180800" imgH="419040" progId="Equation.3">
                  <p:embed/>
                </p:oleObj>
              </mc:Choice>
              <mc:Fallback>
                <p:oleObj name="Equation" r:id="rId7" imgW="1180800" imgH="419040" progId="Equation.3">
                  <p:embed/>
                  <p:pic>
                    <p:nvPicPr>
                      <p:cNvPr id="29594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4191000"/>
                        <a:ext cx="1181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7282076"/>
              </p:ext>
            </p:extLst>
          </p:nvPr>
        </p:nvGraphicFramePr>
        <p:xfrm>
          <a:off x="6858000" y="4191000"/>
          <a:ext cx="927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287" name="Equation" r:id="rId9" imgW="927000" imgH="419040" progId="Equation.3">
                  <p:embed/>
                </p:oleObj>
              </mc:Choice>
              <mc:Fallback>
                <p:oleObj name="Equation" r:id="rId9" imgW="927000" imgH="419040" progId="Equation.3">
                  <p:embed/>
                  <p:pic>
                    <p:nvPicPr>
                      <p:cNvPr id="29594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4191000"/>
                        <a:ext cx="927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7768152"/>
              </p:ext>
            </p:extLst>
          </p:nvPr>
        </p:nvGraphicFramePr>
        <p:xfrm>
          <a:off x="8534400" y="4191000"/>
          <a:ext cx="914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288" name="Equation" r:id="rId11" imgW="914400" imgH="419040" progId="Equation.3">
                  <p:embed/>
                </p:oleObj>
              </mc:Choice>
              <mc:Fallback>
                <p:oleObj name="Equation" r:id="rId11" imgW="914400" imgH="419040" progId="Equation.3">
                  <p:embed/>
                  <p:pic>
                    <p:nvPicPr>
                      <p:cNvPr id="29594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4400" y="4191000"/>
                        <a:ext cx="914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4933681"/>
              </p:ext>
            </p:extLst>
          </p:nvPr>
        </p:nvGraphicFramePr>
        <p:xfrm>
          <a:off x="5435600" y="4718050"/>
          <a:ext cx="673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289" name="Equation" r:id="rId13" imgW="672840" imgH="419040" progId="Equation.3">
                  <p:embed/>
                </p:oleObj>
              </mc:Choice>
              <mc:Fallback>
                <p:oleObj name="Equation" r:id="rId13" imgW="672840" imgH="419040" progId="Equation.3">
                  <p:embed/>
                  <p:pic>
                    <p:nvPicPr>
                      <p:cNvPr id="29595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4718050"/>
                        <a:ext cx="673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3276272"/>
              </p:ext>
            </p:extLst>
          </p:nvPr>
        </p:nvGraphicFramePr>
        <p:xfrm>
          <a:off x="3606800" y="4641850"/>
          <a:ext cx="673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290" name="Equation" r:id="rId15" imgW="672840" imgH="419040" progId="Equation.3">
                  <p:embed/>
                </p:oleObj>
              </mc:Choice>
              <mc:Fallback>
                <p:oleObj name="Equation" r:id="rId15" imgW="672840" imgH="419040" progId="Equation.3">
                  <p:embed/>
                  <p:pic>
                    <p:nvPicPr>
                      <p:cNvPr id="29595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6800" y="4641850"/>
                        <a:ext cx="673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0485419"/>
              </p:ext>
            </p:extLst>
          </p:nvPr>
        </p:nvGraphicFramePr>
        <p:xfrm>
          <a:off x="1562100" y="4667250"/>
          <a:ext cx="15113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291" name="Equation" r:id="rId17" imgW="1511280" imgH="533160" progId="Equation.3">
                  <p:embed/>
                </p:oleObj>
              </mc:Choice>
              <mc:Fallback>
                <p:oleObj name="Equation" r:id="rId17" imgW="1511280" imgH="533160" progId="Equation.3">
                  <p:embed/>
                  <p:pic>
                    <p:nvPicPr>
                      <p:cNvPr id="29595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2100" y="4667250"/>
                        <a:ext cx="15113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1630953"/>
              </p:ext>
            </p:extLst>
          </p:nvPr>
        </p:nvGraphicFramePr>
        <p:xfrm>
          <a:off x="7200900" y="4724400"/>
          <a:ext cx="292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292" name="Equation" r:id="rId19" imgW="291960" imgH="419040" progId="Equation.3">
                  <p:embed/>
                </p:oleObj>
              </mc:Choice>
              <mc:Fallback>
                <p:oleObj name="Equation" r:id="rId19" imgW="291960" imgH="419040" progId="Equation.3">
                  <p:embed/>
                  <p:pic>
                    <p:nvPicPr>
                      <p:cNvPr id="29595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0900" y="4724400"/>
                        <a:ext cx="292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744761"/>
              </p:ext>
            </p:extLst>
          </p:nvPr>
        </p:nvGraphicFramePr>
        <p:xfrm>
          <a:off x="8839200" y="4724400"/>
          <a:ext cx="292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293" name="Equation" r:id="rId21" imgW="291960" imgH="419040" progId="Equation.3">
                  <p:embed/>
                </p:oleObj>
              </mc:Choice>
              <mc:Fallback>
                <p:oleObj name="Equation" r:id="rId21" imgW="291960" imgH="419040" progId="Equation.3">
                  <p:embed/>
                  <p:pic>
                    <p:nvPicPr>
                      <p:cNvPr id="29595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0" y="4724400"/>
                        <a:ext cx="292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7712660"/>
              </p:ext>
            </p:extLst>
          </p:nvPr>
        </p:nvGraphicFramePr>
        <p:xfrm>
          <a:off x="1562100" y="5181600"/>
          <a:ext cx="14859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294" name="Equation" r:id="rId22" imgW="1485720" imgH="533160" progId="Equation.3">
                  <p:embed/>
                </p:oleObj>
              </mc:Choice>
              <mc:Fallback>
                <p:oleObj name="Equation" r:id="rId22" imgW="1485720" imgH="533160" progId="Equation.3">
                  <p:embed/>
                  <p:pic>
                    <p:nvPicPr>
                      <p:cNvPr id="29595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2100" y="5181600"/>
                        <a:ext cx="14859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0866964"/>
              </p:ext>
            </p:extLst>
          </p:nvPr>
        </p:nvGraphicFramePr>
        <p:xfrm>
          <a:off x="3340100" y="5181600"/>
          <a:ext cx="927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295" name="Equation" r:id="rId24" imgW="927000" imgH="419040" progId="Equation.3">
                  <p:embed/>
                </p:oleObj>
              </mc:Choice>
              <mc:Fallback>
                <p:oleObj name="Equation" r:id="rId24" imgW="927000" imgH="419040" progId="Equation.3">
                  <p:embed/>
                  <p:pic>
                    <p:nvPicPr>
                      <p:cNvPr id="29595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0100" y="5181600"/>
                        <a:ext cx="927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8994490"/>
              </p:ext>
            </p:extLst>
          </p:nvPr>
        </p:nvGraphicFramePr>
        <p:xfrm>
          <a:off x="5092700" y="5257800"/>
          <a:ext cx="927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296" name="Equation" r:id="rId26" imgW="927000" imgH="419040" progId="Equation.3">
                  <p:embed/>
                </p:oleObj>
              </mc:Choice>
              <mc:Fallback>
                <p:oleObj name="Equation" r:id="rId26" imgW="927000" imgH="419040" progId="Equation.3">
                  <p:embed/>
                  <p:pic>
                    <p:nvPicPr>
                      <p:cNvPr id="29595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2700" y="5257800"/>
                        <a:ext cx="927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1342799"/>
              </p:ext>
            </p:extLst>
          </p:nvPr>
        </p:nvGraphicFramePr>
        <p:xfrm>
          <a:off x="6800850" y="5181600"/>
          <a:ext cx="1168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297" name="Equation" r:id="rId28" imgW="1168200" imgH="419040" progId="Equation.3">
                  <p:embed/>
                </p:oleObj>
              </mc:Choice>
              <mc:Fallback>
                <p:oleObj name="Equation" r:id="rId28" imgW="1168200" imgH="419040" progId="Equation.3">
                  <p:embed/>
                  <p:pic>
                    <p:nvPicPr>
                      <p:cNvPr id="29595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0850" y="5181600"/>
                        <a:ext cx="1168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3529935"/>
              </p:ext>
            </p:extLst>
          </p:nvPr>
        </p:nvGraphicFramePr>
        <p:xfrm>
          <a:off x="8572500" y="5257800"/>
          <a:ext cx="1181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298" name="Equation" r:id="rId30" imgW="1180800" imgH="419040" progId="Equation.3">
                  <p:embed/>
                </p:oleObj>
              </mc:Choice>
              <mc:Fallback>
                <p:oleObj name="Equation" r:id="rId30" imgW="1180800" imgH="419040" progId="Equation.3">
                  <p:embed/>
                  <p:pic>
                    <p:nvPicPr>
                      <p:cNvPr id="29595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0" y="5257800"/>
                        <a:ext cx="1181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9207776"/>
              </p:ext>
            </p:extLst>
          </p:nvPr>
        </p:nvGraphicFramePr>
        <p:xfrm>
          <a:off x="5130800" y="5791200"/>
          <a:ext cx="1193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299" name="Equation" r:id="rId32" imgW="1193760" imgH="419040" progId="Equation.3">
                  <p:embed/>
                </p:oleObj>
              </mc:Choice>
              <mc:Fallback>
                <p:oleObj name="Equation" r:id="rId32" imgW="1193760" imgH="419040" progId="Equation.3">
                  <p:embed/>
                  <p:pic>
                    <p:nvPicPr>
                      <p:cNvPr id="29596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0800" y="5791200"/>
                        <a:ext cx="1193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7073498"/>
              </p:ext>
            </p:extLst>
          </p:nvPr>
        </p:nvGraphicFramePr>
        <p:xfrm>
          <a:off x="8496300" y="5791200"/>
          <a:ext cx="1181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300" name="Equation" r:id="rId34" imgW="1180800" imgH="419040" progId="Equation.3">
                  <p:embed/>
                </p:oleObj>
              </mc:Choice>
              <mc:Fallback>
                <p:oleObj name="Equation" r:id="rId34" imgW="1180800" imgH="419040" progId="Equation.3">
                  <p:embed/>
                  <p:pic>
                    <p:nvPicPr>
                      <p:cNvPr id="29596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6300" y="5791200"/>
                        <a:ext cx="1181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2581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Calculation Of Complex </a:t>
            </a:r>
            <a:br>
              <a:rPr lang="en-US" b="1" dirty="0">
                <a:solidFill>
                  <a:srgbClr val="0000FF"/>
                </a:solidFill>
              </a:rPr>
            </a:br>
            <a:r>
              <a:rPr lang="en-US" b="1" dirty="0">
                <a:solidFill>
                  <a:srgbClr val="0000FF"/>
                </a:solidFill>
              </a:rPr>
              <a:t>Power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79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1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8497512"/>
              </p:ext>
            </p:extLst>
          </p:nvPr>
        </p:nvGraphicFramePr>
        <p:xfrm>
          <a:off x="1212851" y="1600200"/>
          <a:ext cx="4152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237" name="Equation" r:id="rId3" imgW="4152600" imgH="520560" progId="Equation.3">
                  <p:embed/>
                </p:oleObj>
              </mc:Choice>
              <mc:Fallback>
                <p:oleObj name="Equation" r:id="rId3" imgW="4152600" imgH="520560" progId="Equation.3">
                  <p:embed/>
                  <p:pic>
                    <p:nvPicPr>
                      <p:cNvPr id="28058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2851" y="1600200"/>
                        <a:ext cx="41529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7051466"/>
              </p:ext>
            </p:extLst>
          </p:nvPr>
        </p:nvGraphicFramePr>
        <p:xfrm>
          <a:off x="1212851" y="2101850"/>
          <a:ext cx="46736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238" name="Equation" r:id="rId5" imgW="4673520" imgH="647640" progId="Equation.3">
                  <p:embed/>
                </p:oleObj>
              </mc:Choice>
              <mc:Fallback>
                <p:oleObj name="Equation" r:id="rId5" imgW="4673520" imgH="647640" progId="Equation.3">
                  <p:embed/>
                  <p:pic>
                    <p:nvPicPr>
                      <p:cNvPr id="29696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2851" y="2101850"/>
                        <a:ext cx="46736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8344802"/>
              </p:ext>
            </p:extLst>
          </p:nvPr>
        </p:nvGraphicFramePr>
        <p:xfrm>
          <a:off x="2895600" y="2749550"/>
          <a:ext cx="40132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239" name="Equation" r:id="rId7" imgW="4012920" imgH="545760" progId="Equation.3">
                  <p:embed/>
                </p:oleObj>
              </mc:Choice>
              <mc:Fallback>
                <p:oleObj name="Equation" r:id="rId7" imgW="4012920" imgH="545760" progId="Equation.3">
                  <p:embed/>
                  <p:pic>
                    <p:nvPicPr>
                      <p:cNvPr id="29696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749550"/>
                        <a:ext cx="40132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5840528"/>
              </p:ext>
            </p:extLst>
          </p:nvPr>
        </p:nvGraphicFramePr>
        <p:xfrm>
          <a:off x="3124200" y="3496491"/>
          <a:ext cx="1358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240" name="Equation" r:id="rId9" imgW="1358640" imgH="419040" progId="Equation.3">
                  <p:embed/>
                </p:oleObj>
              </mc:Choice>
              <mc:Fallback>
                <p:oleObj name="Equation" r:id="rId9" imgW="1358640" imgH="419040" progId="Equation.3">
                  <p:embed/>
                  <p:pic>
                    <p:nvPicPr>
                      <p:cNvPr id="29696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496491"/>
                        <a:ext cx="1358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6701230"/>
              </p:ext>
            </p:extLst>
          </p:nvPr>
        </p:nvGraphicFramePr>
        <p:xfrm>
          <a:off x="2597150" y="3882934"/>
          <a:ext cx="12065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241" name="Equation" r:id="rId11" imgW="1206360" imgH="1168200" progId="Equation.3">
                  <p:embed/>
                </p:oleObj>
              </mc:Choice>
              <mc:Fallback>
                <p:oleObj name="Equation" r:id="rId11" imgW="1206360" imgH="1168200" progId="Equation.3">
                  <p:embed/>
                  <p:pic>
                    <p:nvPicPr>
                      <p:cNvPr id="29696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7150" y="3882934"/>
                        <a:ext cx="120650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9746774"/>
              </p:ext>
            </p:extLst>
          </p:nvPr>
        </p:nvGraphicFramePr>
        <p:xfrm>
          <a:off x="4108451" y="3831045"/>
          <a:ext cx="25146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242" name="Equation" r:id="rId13" imgW="2514600" imgH="1193760" progId="Equation.3">
                  <p:embed/>
                </p:oleObj>
              </mc:Choice>
              <mc:Fallback>
                <p:oleObj name="Equation" r:id="rId13" imgW="2514600" imgH="1193760" progId="Equation.3">
                  <p:embed/>
                  <p:pic>
                    <p:nvPicPr>
                      <p:cNvPr id="29696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8451" y="3831045"/>
                        <a:ext cx="2514600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1094659"/>
              </p:ext>
            </p:extLst>
          </p:nvPr>
        </p:nvGraphicFramePr>
        <p:xfrm>
          <a:off x="7239000" y="4218395"/>
          <a:ext cx="1714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243" name="Equation" r:id="rId15" imgW="1714320" imgH="419040" progId="Equation.3">
                  <p:embed/>
                </p:oleObj>
              </mc:Choice>
              <mc:Fallback>
                <p:oleObj name="Equation" r:id="rId15" imgW="1714320" imgH="419040" progId="Equation.3">
                  <p:embed/>
                  <p:pic>
                    <p:nvPicPr>
                      <p:cNvPr id="29697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4218395"/>
                        <a:ext cx="1714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8815535"/>
              </p:ext>
            </p:extLst>
          </p:nvPr>
        </p:nvGraphicFramePr>
        <p:xfrm>
          <a:off x="2349500" y="5016318"/>
          <a:ext cx="15494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244" name="Equation" r:id="rId17" imgW="1549080" imgH="1168200" progId="Equation.3">
                  <p:embed/>
                </p:oleObj>
              </mc:Choice>
              <mc:Fallback>
                <p:oleObj name="Equation" r:id="rId17" imgW="1549080" imgH="1168200" progId="Equation.3">
                  <p:embed/>
                  <p:pic>
                    <p:nvPicPr>
                      <p:cNvPr id="29697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0" y="5016318"/>
                        <a:ext cx="154940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5303471"/>
              </p:ext>
            </p:extLst>
          </p:nvPr>
        </p:nvGraphicFramePr>
        <p:xfrm>
          <a:off x="4150904" y="4990192"/>
          <a:ext cx="16383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245" name="Equation" r:id="rId19" imgW="1638000" imgH="1168200" progId="Equation.3">
                  <p:embed/>
                </p:oleObj>
              </mc:Choice>
              <mc:Fallback>
                <p:oleObj name="Equation" r:id="rId19" imgW="1638000" imgH="1168200" progId="Equation.3">
                  <p:embed/>
                  <p:pic>
                    <p:nvPicPr>
                      <p:cNvPr id="29697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0904" y="4990192"/>
                        <a:ext cx="163830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5602906"/>
              </p:ext>
            </p:extLst>
          </p:nvPr>
        </p:nvGraphicFramePr>
        <p:xfrm>
          <a:off x="6127750" y="5390968"/>
          <a:ext cx="1562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246" name="Equation" r:id="rId21" imgW="1562040" imgH="419040" progId="Equation.3">
                  <p:embed/>
                </p:oleObj>
              </mc:Choice>
              <mc:Fallback>
                <p:oleObj name="Equation" r:id="rId21" imgW="1562040" imgH="419040" progId="Equation.3">
                  <p:embed/>
                  <p:pic>
                    <p:nvPicPr>
                      <p:cNvPr id="29697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7750" y="5390968"/>
                        <a:ext cx="1562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5116790"/>
              </p:ext>
            </p:extLst>
          </p:nvPr>
        </p:nvGraphicFramePr>
        <p:xfrm>
          <a:off x="8028396" y="5314042"/>
          <a:ext cx="1638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247" name="Equation" r:id="rId23" imgW="1638000" imgH="520560" progId="Equation.3">
                  <p:embed/>
                </p:oleObj>
              </mc:Choice>
              <mc:Fallback>
                <p:oleObj name="Equation" r:id="rId23" imgW="1638000" imgH="520560" progId="Equation.3">
                  <p:embed/>
                  <p:pic>
                    <p:nvPicPr>
                      <p:cNvPr id="29697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8396" y="5314042"/>
                        <a:ext cx="16383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16195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Calculation Of Complex </a:t>
            </a:r>
            <a:br>
              <a:rPr lang="en-US" b="1" dirty="0">
                <a:solidFill>
                  <a:srgbClr val="0000FF"/>
                </a:solidFill>
              </a:rPr>
            </a:br>
            <a:r>
              <a:rPr lang="en-US" b="1" dirty="0">
                <a:solidFill>
                  <a:srgbClr val="0000FF"/>
                </a:solidFill>
              </a:rPr>
              <a:t>Power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03350"/>
            <a:ext cx="10896600" cy="4692650"/>
          </a:xfrm>
        </p:spPr>
        <p:txBody>
          <a:bodyPr/>
          <a:lstStyle/>
          <a:p>
            <a:pPr marL="346075" indent="-346075" algn="just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NOTE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800" dirty="0">
                <a:solidFill>
                  <a:srgbClr val="0000FF"/>
                </a:solidFill>
              </a:rPr>
              <a:t>In the problem above, if one load had a leading power factor, then its Q </a:t>
            </a:r>
            <a:r>
              <a:rPr lang="en-US" sz="2800" dirty="0" smtClean="0">
                <a:solidFill>
                  <a:srgbClr val="0000FF"/>
                </a:solidFill>
              </a:rPr>
              <a:t>      would </a:t>
            </a:r>
            <a:r>
              <a:rPr lang="en-US" sz="2800" dirty="0">
                <a:solidFill>
                  <a:srgbClr val="0000FF"/>
                </a:solidFill>
              </a:rPr>
              <a:t>have a negative sign and thus would have subtracted from the others.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80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661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Group Assignment 6</a:t>
            </a:r>
            <a:r>
              <a:rPr lang="en-US" dirty="0">
                <a:solidFill>
                  <a:srgbClr val="0070C0"/>
                </a:solidFill>
              </a:rPr>
              <a:t/>
            </a:r>
            <a:br>
              <a:rPr lang="en-US" dirty="0">
                <a:solidFill>
                  <a:srgbClr val="0070C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3600" dirty="0">
                <a:solidFill>
                  <a:srgbClr val="0000FF"/>
                </a:solidFill>
              </a:rPr>
              <a:t>A small installation consists of the following loads connected in parallel across a single-phase 240V, 50Hz supply: </a:t>
            </a:r>
          </a:p>
          <a:p>
            <a:pPr marL="0" indent="0" algn="just">
              <a:buNone/>
            </a:pPr>
            <a:r>
              <a:rPr lang="en-US" sz="3600" dirty="0">
                <a:solidFill>
                  <a:srgbClr val="0000FF"/>
                </a:solidFill>
              </a:rPr>
              <a:t>(a) a fan motor having an input of 2kVA at 0.75pf lag,</a:t>
            </a:r>
          </a:p>
          <a:p>
            <a:pPr marL="0" lvl="0" indent="0" algn="just">
              <a:buNone/>
            </a:pPr>
            <a:r>
              <a:rPr lang="en-US" sz="3600" dirty="0">
                <a:solidFill>
                  <a:srgbClr val="0000FF"/>
                </a:solidFill>
              </a:rPr>
              <a:t>(b) a 1.5kW radiator operating at unity power factor,</a:t>
            </a:r>
          </a:p>
          <a:p>
            <a:pPr marL="0" lvl="0" indent="0" algn="just">
              <a:buNone/>
            </a:pPr>
            <a:r>
              <a:rPr lang="en-US" sz="3600" dirty="0">
                <a:solidFill>
                  <a:srgbClr val="0000FF"/>
                </a:solidFill>
              </a:rPr>
              <a:t>(c) a 1kVA load operating 0.85 leading power factor.</a:t>
            </a:r>
          </a:p>
          <a:p>
            <a:pPr marL="0" indent="0" algn="just">
              <a:buNone/>
            </a:pPr>
            <a:r>
              <a:rPr lang="en-US" sz="3600" dirty="0">
                <a:solidFill>
                  <a:srgbClr val="0000FF"/>
                </a:solidFill>
              </a:rPr>
              <a:t>Find the total current, kW, kVA and power factor of the load.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81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983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knust_telecom_tempelate [Autosaved]">
  <a:themeElements>
    <a:clrScheme name="제 23 장 2-port에서의 삽입손실 및 반사손실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제 23 장 2-port에서의 삽입손실 및 반사손실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제 23 장 2-port에서의 삽입손실 및 반사손실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 23 장 2-port에서의 삽입손실 및 반사손실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 23 장 2-port에서의 삽입손실 및 반사손실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 23 장 2-port에서의 삽입손실 및 반사손실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 23 장 2-port에서의 삽입손실 및 반사손실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 23 장 2-port에서의 삽입손실 및 반사손실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2585</Words>
  <Application>Microsoft Office PowerPoint</Application>
  <PresentationFormat>Widescreen</PresentationFormat>
  <Paragraphs>482</Paragraphs>
  <Slides>81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81</vt:i4>
      </vt:variant>
    </vt:vector>
  </HeadingPairs>
  <TitlesOfParts>
    <vt:vector size="96" baseType="lpstr">
      <vt:lpstr>Americana XBd BT</vt:lpstr>
      <vt:lpstr>돋움</vt:lpstr>
      <vt:lpstr>굴림</vt:lpstr>
      <vt:lpstr>맑은 고딕</vt:lpstr>
      <vt:lpstr>한컴돋움</vt:lpstr>
      <vt:lpstr>Arial</vt:lpstr>
      <vt:lpstr>Calibri</vt:lpstr>
      <vt:lpstr>Courier New</vt:lpstr>
      <vt:lpstr>Garamond</vt:lpstr>
      <vt:lpstr>Wingdings</vt:lpstr>
      <vt:lpstr>knust_telecom_tempelate [Autosaved]</vt:lpstr>
      <vt:lpstr>Equation</vt:lpstr>
      <vt:lpstr>Visio</vt:lpstr>
      <vt:lpstr>Уравнение</vt:lpstr>
      <vt:lpstr>Document</vt:lpstr>
      <vt:lpstr>PowerPoint Presentation</vt:lpstr>
      <vt:lpstr>Alternating Current Circuits</vt:lpstr>
      <vt:lpstr>Terminologies In Ac Circuits</vt:lpstr>
      <vt:lpstr> Average Value</vt:lpstr>
      <vt:lpstr> Average Value</vt:lpstr>
      <vt:lpstr>Root Mean Square Value</vt:lpstr>
      <vt:lpstr>Root Mean Square Value</vt:lpstr>
      <vt:lpstr> Root Mean Square and Average Value</vt:lpstr>
      <vt:lpstr>Root Mean Square and Average Value</vt:lpstr>
      <vt:lpstr> Root Mean Square Value</vt:lpstr>
      <vt:lpstr>Root Mean Square Value</vt:lpstr>
      <vt:lpstr> Root Mean Square Value</vt:lpstr>
      <vt:lpstr> Root Mean Square Value</vt:lpstr>
      <vt:lpstr> Root Mean Square Value</vt:lpstr>
      <vt:lpstr> Sinusoidal Voltages And Current</vt:lpstr>
      <vt:lpstr>Sinusoidal Voltages And Current</vt:lpstr>
      <vt:lpstr>Rms Value Of Sinusoidal Quantities</vt:lpstr>
      <vt:lpstr> Rms Value Of Sinusoidal Quantities</vt:lpstr>
      <vt:lpstr>Rms Value Of Sinusoidal Quantities</vt:lpstr>
      <vt:lpstr> Harmonics</vt:lpstr>
      <vt:lpstr>Harmonics</vt:lpstr>
      <vt:lpstr> Rms Value Of A Harmonic Quantity</vt:lpstr>
      <vt:lpstr>Rms Value Of A Harmonic Quantity</vt:lpstr>
      <vt:lpstr> Phasors</vt:lpstr>
      <vt:lpstr> Phasors</vt:lpstr>
      <vt:lpstr>Phasors</vt:lpstr>
      <vt:lpstr> Phasor Diagrams</vt:lpstr>
      <vt:lpstr>Phasor Diagrams</vt:lpstr>
      <vt:lpstr>Addition And Subtraction Of Sinusoidal Quantities</vt:lpstr>
      <vt:lpstr>Addition And Subtraction Of Sinusoidal Quantities</vt:lpstr>
      <vt:lpstr>Addition And Subtraction Of Sinusoidal Quantities</vt:lpstr>
      <vt:lpstr>Addition And Subtraction Of Sinusoidal Quantities</vt:lpstr>
      <vt:lpstr>Addition And Subtraction Of Sinusoidal Quantities</vt:lpstr>
      <vt:lpstr>Addition And Subtraction Of Sinusoidal Quantities</vt:lpstr>
      <vt:lpstr> Addition And Subtraction Of Sinusoidal Quantities</vt:lpstr>
      <vt:lpstr> Addition And Subtraction Of Sinusoidal Quantities</vt:lpstr>
      <vt:lpstr> Addition And Subtraction Of Sinusoidal Quantities</vt:lpstr>
      <vt:lpstr> Group Assignment 5</vt:lpstr>
      <vt:lpstr> Impedance (Z)</vt:lpstr>
      <vt:lpstr> Impedance (Z)</vt:lpstr>
      <vt:lpstr> Impedance (Z)</vt:lpstr>
      <vt:lpstr>Impedance (Z)</vt:lpstr>
      <vt:lpstr>Impedance (Z)</vt:lpstr>
      <vt:lpstr>Impedance (Z)</vt:lpstr>
      <vt:lpstr>Impedance (Z)</vt:lpstr>
      <vt:lpstr>Impedance (Z)</vt:lpstr>
      <vt:lpstr>Impedance (Z)</vt:lpstr>
      <vt:lpstr>Impedance (Z)</vt:lpstr>
      <vt:lpstr>Impedance (Z)</vt:lpstr>
      <vt:lpstr>Impedance (Z)</vt:lpstr>
      <vt:lpstr>Impedance (Z)</vt:lpstr>
      <vt:lpstr>Impedance (Z)</vt:lpstr>
      <vt:lpstr>Impedance (Z)</vt:lpstr>
      <vt:lpstr>Impedance (Z)</vt:lpstr>
      <vt:lpstr>Impedance (Z)</vt:lpstr>
      <vt:lpstr>Impedance (Z)</vt:lpstr>
      <vt:lpstr>Power In Ac Circuits</vt:lpstr>
      <vt:lpstr>Power In Ac Circuits</vt:lpstr>
      <vt:lpstr>Power In Ac Circuits</vt:lpstr>
      <vt:lpstr>Power In Ac Circuits</vt:lpstr>
      <vt:lpstr>Power In Ac Circuits</vt:lpstr>
      <vt:lpstr>Power In Ac Circuits</vt:lpstr>
      <vt:lpstr>Power In Ac Circuits</vt:lpstr>
      <vt:lpstr>Power In Ac Circuits</vt:lpstr>
      <vt:lpstr>Power In Ac Circuits</vt:lpstr>
      <vt:lpstr>Power In Ac Circuits</vt:lpstr>
      <vt:lpstr>Using Complex Numbers  To Solve Ac Circuit Problems</vt:lpstr>
      <vt:lpstr>Using Complex Numbers  To Solve Ac Circuit Problems</vt:lpstr>
      <vt:lpstr>Using Complex Numbers  To Solve Ac Circuit Problems</vt:lpstr>
      <vt:lpstr>Using Complex Numbers  To Solve Ac Circuit Problems</vt:lpstr>
      <vt:lpstr>Using Complex Numbers  To Solve Ac Circuit Problems</vt:lpstr>
      <vt:lpstr>Using Complex Numbers  To Solve Ac Circuit Problems</vt:lpstr>
      <vt:lpstr>Using Complex Numbers  To Solve Ac Circuit Problems</vt:lpstr>
      <vt:lpstr>Using Complex Numbers  To Solve Ac Circuit Problems</vt:lpstr>
      <vt:lpstr>Using Complex Numbers  To Solve Ac Circuit Problems</vt:lpstr>
      <vt:lpstr>Calculation Of Complex  Power</vt:lpstr>
      <vt:lpstr>Calculation Of Complex  Power</vt:lpstr>
      <vt:lpstr>Calculation Of Complex  Power</vt:lpstr>
      <vt:lpstr>Calculation Of Complex  Power</vt:lpstr>
      <vt:lpstr>Calculation Of Complex  Power</vt:lpstr>
      <vt:lpstr>Group Assignment 6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ELECTRICITY (EE 151)</dc:title>
  <dc:creator/>
  <cp:lastModifiedBy/>
  <cp:revision>430</cp:revision>
  <dcterms:created xsi:type="dcterms:W3CDTF">2011-09-27T20:47:54Z</dcterms:created>
  <dcterms:modified xsi:type="dcterms:W3CDTF">2016-10-13T09:19:47Z</dcterms:modified>
</cp:coreProperties>
</file>