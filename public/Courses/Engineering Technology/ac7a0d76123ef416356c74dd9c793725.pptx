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4630400" cy="14630400"/>
  <p:notesSz cx="14630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2024-02-13T21:59:58Z</dcterms:created>
  <dcterms:modified xsi:type="dcterms:W3CDTF">2024-02-13T21:59:58Z</dcterms:modified>
</cp:coreProperties>
</file>